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0" r:id="rId4"/>
    <p:sldMasterId id="214748369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y="5143500" cx="9144000"/>
  <p:notesSz cx="6858000" cy="9144000"/>
  <p:embeddedFontLst>
    <p:embeddedFont>
      <p:font typeface="Lexend SemiBold"/>
      <p:regular r:id="rId20"/>
      <p:bold r:id="rId21"/>
    </p:embeddedFont>
    <p:embeddedFont>
      <p:font typeface="Lexend Light"/>
      <p:regular r:id="rId22"/>
      <p:bold r:id="rId23"/>
    </p:embeddedFont>
    <p:embeddedFont>
      <p:font typeface="Lexend Medium"/>
      <p:regular r:id="rId24"/>
      <p:bold r:id="rId25"/>
    </p:embeddedFont>
    <p:embeddedFont>
      <p:font typeface="Lexend"/>
      <p:regular r:id="rId26"/>
      <p:bold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exendSemiBold-regular.fntdata"/><Relationship Id="rId22" Type="http://schemas.openxmlformats.org/officeDocument/2006/relationships/font" Target="fonts/LexendLight-regular.fntdata"/><Relationship Id="rId21" Type="http://schemas.openxmlformats.org/officeDocument/2006/relationships/font" Target="fonts/LexendSemiBold-bold.fntdata"/><Relationship Id="rId24" Type="http://schemas.openxmlformats.org/officeDocument/2006/relationships/font" Target="fonts/LexendMedium-regular.fntdata"/><Relationship Id="rId23" Type="http://schemas.openxmlformats.org/officeDocument/2006/relationships/font" Target="fonts/LexendLight-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Lexend-regular.fntdata"/><Relationship Id="rId25" Type="http://schemas.openxmlformats.org/officeDocument/2006/relationships/font" Target="fonts/LexendMedium-bold.fntdata"/><Relationship Id="rId27" Type="http://schemas.openxmlformats.org/officeDocument/2006/relationships/font" Target="fonts/Lexend-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6" name="Shape 1906"/>
        <p:cNvGrpSpPr/>
        <p:nvPr/>
      </p:nvGrpSpPr>
      <p:grpSpPr>
        <a:xfrm>
          <a:off x="0" y="0"/>
          <a:ext cx="0" cy="0"/>
          <a:chOff x="0" y="0"/>
          <a:chExt cx="0" cy="0"/>
        </a:xfrm>
      </p:grpSpPr>
      <p:sp>
        <p:nvSpPr>
          <p:cNvPr id="1907" name="Google Shape;1907;g3c71210a7c3_0_4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8" name="Google Shape;1908;g3c71210a7c3_0_4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6" name="Shape 1946"/>
        <p:cNvGrpSpPr/>
        <p:nvPr/>
      </p:nvGrpSpPr>
      <p:grpSpPr>
        <a:xfrm>
          <a:off x="0" y="0"/>
          <a:ext cx="0" cy="0"/>
          <a:chOff x="0" y="0"/>
          <a:chExt cx="0" cy="0"/>
        </a:xfrm>
      </p:grpSpPr>
      <p:sp>
        <p:nvSpPr>
          <p:cNvPr id="1947" name="Google Shape;1947;g3c71210a7c3_0_4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8" name="Google Shape;1948;g3c71210a7c3_0_4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3" name="Shape 1993"/>
        <p:cNvGrpSpPr/>
        <p:nvPr/>
      </p:nvGrpSpPr>
      <p:grpSpPr>
        <a:xfrm>
          <a:off x="0" y="0"/>
          <a:ext cx="0" cy="0"/>
          <a:chOff x="0" y="0"/>
          <a:chExt cx="0" cy="0"/>
        </a:xfrm>
      </p:grpSpPr>
      <p:sp>
        <p:nvSpPr>
          <p:cNvPr id="1994" name="Google Shape;1994;g3c71210a7c3_0_4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5" name="Google Shape;1995;g3c71210a7c3_0_4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1" name="Shape 2031"/>
        <p:cNvGrpSpPr/>
        <p:nvPr/>
      </p:nvGrpSpPr>
      <p:grpSpPr>
        <a:xfrm>
          <a:off x="0" y="0"/>
          <a:ext cx="0" cy="0"/>
          <a:chOff x="0" y="0"/>
          <a:chExt cx="0" cy="0"/>
        </a:xfrm>
      </p:grpSpPr>
      <p:sp>
        <p:nvSpPr>
          <p:cNvPr id="2032" name="Google Shape;2032;g3c71210a7c3_0_4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3" name="Google Shape;2033;g3c71210a7c3_0_4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7" name="Shape 2127"/>
        <p:cNvGrpSpPr/>
        <p:nvPr/>
      </p:nvGrpSpPr>
      <p:grpSpPr>
        <a:xfrm>
          <a:off x="0" y="0"/>
          <a:ext cx="0" cy="0"/>
          <a:chOff x="0" y="0"/>
          <a:chExt cx="0" cy="0"/>
        </a:xfrm>
      </p:grpSpPr>
      <p:sp>
        <p:nvSpPr>
          <p:cNvPr id="2128" name="Google Shape;2128;g3c71210a7c3_0_43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9" name="Google Shape;2129;g3c71210a7c3_0_43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Live demo flow</a:t>
            </a:r>
            <a:endParaRPr b="1">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lang="en">
                <a:solidFill>
                  <a:schemeClr val="dk1"/>
                </a:solidFill>
              </a:rPr>
              <a:t>Select a student</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Generate recommendations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Explain </a:t>
            </a:r>
            <a:r>
              <a:rPr i="1" lang="en">
                <a:solidFill>
                  <a:schemeClr val="dk1"/>
                </a:solidFill>
              </a:rPr>
              <a:t>why</a:t>
            </a:r>
            <a:r>
              <a:rPr lang="en">
                <a:solidFill>
                  <a:schemeClr val="dk1"/>
                </a:solidFill>
              </a:rPr>
              <a:t> each book appears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Check availability and place a hold</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Capture librarian feedback</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Inspect the observability trace</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8" name="Shape 2148"/>
        <p:cNvGrpSpPr/>
        <p:nvPr/>
      </p:nvGrpSpPr>
      <p:grpSpPr>
        <a:xfrm>
          <a:off x="0" y="0"/>
          <a:ext cx="0" cy="0"/>
          <a:chOff x="0" y="0"/>
          <a:chExt cx="0" cy="0"/>
        </a:xfrm>
      </p:grpSpPr>
      <p:sp>
        <p:nvSpPr>
          <p:cNvPr id="2149" name="Google Shape;2149;g3c71210a7c3_0_43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0" name="Google Shape;2150;g3c71210a7c3_0_43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0" name="Shape 2170"/>
        <p:cNvGrpSpPr/>
        <p:nvPr/>
      </p:nvGrpSpPr>
      <p:grpSpPr>
        <a:xfrm>
          <a:off x="0" y="0"/>
          <a:ext cx="0" cy="0"/>
          <a:chOff x="0" y="0"/>
          <a:chExt cx="0" cy="0"/>
        </a:xfrm>
      </p:grpSpPr>
      <p:sp>
        <p:nvSpPr>
          <p:cNvPr id="2171" name="Google Shape;2171;g3c71210a7c3_0_66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2" name="Google Shape;2172;g3c71210a7c3_0_66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4" name="Shape 2184"/>
        <p:cNvGrpSpPr/>
        <p:nvPr/>
      </p:nvGrpSpPr>
      <p:grpSpPr>
        <a:xfrm>
          <a:off x="0" y="0"/>
          <a:ext cx="0" cy="0"/>
          <a:chOff x="0" y="0"/>
          <a:chExt cx="0" cy="0"/>
        </a:xfrm>
      </p:grpSpPr>
      <p:sp>
        <p:nvSpPr>
          <p:cNvPr id="2185" name="Google Shape;2185;g3c71210a7c3_0_65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6" name="Google Shape;2186;g3c71210a7c3_0_65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8" name="Shape 2198"/>
        <p:cNvGrpSpPr/>
        <p:nvPr/>
      </p:nvGrpSpPr>
      <p:grpSpPr>
        <a:xfrm>
          <a:off x="0" y="0"/>
          <a:ext cx="0" cy="0"/>
          <a:chOff x="0" y="0"/>
          <a:chExt cx="0" cy="0"/>
        </a:xfrm>
      </p:grpSpPr>
      <p:sp>
        <p:nvSpPr>
          <p:cNvPr id="2199" name="Google Shape;2199;g3c71210a7c3_0_44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0" name="Google Shape;2200;g3c71210a7c3_0_4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9" name="Shape 2239"/>
        <p:cNvGrpSpPr/>
        <p:nvPr/>
      </p:nvGrpSpPr>
      <p:grpSpPr>
        <a:xfrm>
          <a:off x="0" y="0"/>
          <a:ext cx="0" cy="0"/>
          <a:chOff x="0" y="0"/>
          <a:chExt cx="0" cy="0"/>
        </a:xfrm>
      </p:grpSpPr>
      <p:sp>
        <p:nvSpPr>
          <p:cNvPr id="2240" name="Google Shape;2240;g3c71210a7c3_0_43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1" name="Google Shape;2241;g3c71210a7c3_0_43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6" name="Shape 2306"/>
        <p:cNvGrpSpPr/>
        <p:nvPr/>
      </p:nvGrpSpPr>
      <p:grpSpPr>
        <a:xfrm>
          <a:off x="0" y="0"/>
          <a:ext cx="0" cy="0"/>
          <a:chOff x="0" y="0"/>
          <a:chExt cx="0" cy="0"/>
        </a:xfrm>
      </p:grpSpPr>
      <p:sp>
        <p:nvSpPr>
          <p:cNvPr id="2307" name="Google Shape;2307;g3c71210a7c3_0_44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8" name="Google Shape;2308;g3c71210a7c3_0_44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2" name="Shape 2332"/>
        <p:cNvGrpSpPr/>
        <p:nvPr/>
      </p:nvGrpSpPr>
      <p:grpSpPr>
        <a:xfrm>
          <a:off x="0" y="0"/>
          <a:ext cx="0" cy="0"/>
          <a:chOff x="0" y="0"/>
          <a:chExt cx="0" cy="0"/>
        </a:xfrm>
      </p:grpSpPr>
      <p:sp>
        <p:nvSpPr>
          <p:cNvPr id="2333" name="Google Shape;2333;g3c71210a7c3_0_45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4" name="Google Shape;2334;g3c71210a7c3_0_45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9" name="Shape 2359"/>
        <p:cNvGrpSpPr/>
        <p:nvPr/>
      </p:nvGrpSpPr>
      <p:grpSpPr>
        <a:xfrm>
          <a:off x="0" y="0"/>
          <a:ext cx="0" cy="0"/>
          <a:chOff x="0" y="0"/>
          <a:chExt cx="0" cy="0"/>
        </a:xfrm>
      </p:grpSpPr>
      <p:sp>
        <p:nvSpPr>
          <p:cNvPr id="2360" name="Google Shape;2360;g3c71210a7c3_0_67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1" name="Google Shape;2361;g3c71210a7c3_0_67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olid with header">
  <p:cSld name="CUSTOM">
    <p:spTree>
      <p:nvGrpSpPr>
        <p:cNvPr id="54" name="Shape 54"/>
        <p:cNvGrpSpPr/>
        <p:nvPr/>
      </p:nvGrpSpPr>
      <p:grpSpPr>
        <a:xfrm>
          <a:off x="0" y="0"/>
          <a:ext cx="0" cy="0"/>
          <a:chOff x="0" y="0"/>
          <a:chExt cx="0" cy="0"/>
        </a:xfrm>
      </p:grpSpPr>
      <p:sp>
        <p:nvSpPr>
          <p:cNvPr id="55" name="Google Shape;55;p14"/>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 name="Google Shape;56;p14"/>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
        <p:nvSpPr>
          <p:cNvPr id="57" name="Google Shape;57;p14"/>
          <p:cNvSpPr txBox="1"/>
          <p:nvPr>
            <p:ph idx="1" type="body"/>
          </p:nvPr>
        </p:nvSpPr>
        <p:spPr>
          <a:xfrm>
            <a:off x="7895425" y="-39600"/>
            <a:ext cx="1138500" cy="337200"/>
          </a:xfrm>
          <a:prstGeom prst="rect">
            <a:avLst/>
          </a:prstGeom>
        </p:spPr>
        <p:txBody>
          <a:bodyPr anchorCtr="0" anchor="t" bIns="91425" lIns="91425" spcFirstLastPara="1" rIns="91425" wrap="square" tIns="91425">
            <a:spAutoFit/>
          </a:bodyPr>
          <a:lstStyle>
            <a:lvl1pPr indent="-279400" lvl="0" marL="457200" algn="r">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58" name="Google Shape;58;p14"/>
          <p:cNvSpPr txBox="1"/>
          <p:nvPr>
            <p:ph idx="2" type="subTitle"/>
          </p:nvPr>
        </p:nvSpPr>
        <p:spPr>
          <a:xfrm>
            <a:off x="5767125" y="425525"/>
            <a:ext cx="3238500" cy="913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14"/>
          <p:cNvSpPr txBox="1"/>
          <p:nvPr>
            <p:ph type="title"/>
          </p:nvPr>
        </p:nvSpPr>
        <p:spPr>
          <a:xfrm>
            <a:off x="208725" y="344175"/>
            <a:ext cx="53409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0" name="Google Shape;60;p14"/>
          <p:cNvSpPr txBox="1"/>
          <p:nvPr>
            <p:ph idx="3" type="body"/>
          </p:nvPr>
        </p:nvSpPr>
        <p:spPr>
          <a:xfrm>
            <a:off x="167325" y="-39600"/>
            <a:ext cx="11697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61" name="Google Shape;61;p14"/>
          <p:cNvSpPr txBox="1"/>
          <p:nvPr>
            <p:ph idx="4" type="body"/>
          </p:nvPr>
        </p:nvSpPr>
        <p:spPr>
          <a:xfrm>
            <a:off x="940775" y="-39600"/>
            <a:ext cx="38103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a:solidFill>
                  <a:schemeClr val="lt1"/>
                </a:solidFill>
              </a:defRPr>
            </a:lvl3pPr>
            <a:lvl4pPr indent="-279400" lvl="3" marL="1828800">
              <a:spcBef>
                <a:spcPts val="0"/>
              </a:spcBef>
              <a:spcAft>
                <a:spcPts val="0"/>
              </a:spcAft>
              <a:buClr>
                <a:schemeClr val="lt1"/>
              </a:buClr>
              <a:buSzPts val="800"/>
              <a:buChar char="●"/>
              <a:defRPr>
                <a:solidFill>
                  <a:schemeClr val="lt1"/>
                </a:solidFill>
              </a:defRPr>
            </a:lvl4pPr>
            <a:lvl5pPr indent="-279400" lvl="4" marL="2286000">
              <a:spcBef>
                <a:spcPts val="0"/>
              </a:spcBef>
              <a:spcAft>
                <a:spcPts val="0"/>
              </a:spcAft>
              <a:buClr>
                <a:schemeClr val="lt1"/>
              </a:buClr>
              <a:buSzPts val="800"/>
              <a:buChar char="○"/>
              <a:defRPr>
                <a:solidFill>
                  <a:schemeClr val="lt1"/>
                </a:solidFill>
              </a:defRPr>
            </a:lvl5pPr>
            <a:lvl6pPr indent="-279400" lvl="5" marL="2743200">
              <a:spcBef>
                <a:spcPts val="0"/>
              </a:spcBef>
              <a:spcAft>
                <a:spcPts val="0"/>
              </a:spcAft>
              <a:buClr>
                <a:schemeClr val="lt1"/>
              </a:buClr>
              <a:buSzPts val="800"/>
              <a:buChar char="■"/>
              <a:defRPr>
                <a:solidFill>
                  <a:schemeClr val="lt1"/>
                </a:solidFill>
              </a:defRPr>
            </a:lvl6pPr>
            <a:lvl7pPr indent="-279400" lvl="6" marL="3200400">
              <a:spcBef>
                <a:spcPts val="0"/>
              </a:spcBef>
              <a:spcAft>
                <a:spcPts val="0"/>
              </a:spcAft>
              <a:buClr>
                <a:schemeClr val="lt1"/>
              </a:buClr>
              <a:buSzPts val="800"/>
              <a:buChar char="●"/>
              <a:defRPr>
                <a:solidFill>
                  <a:schemeClr val="lt1"/>
                </a:solidFill>
              </a:defRPr>
            </a:lvl7pPr>
            <a:lvl8pPr indent="-279400" lvl="7" marL="3657600">
              <a:spcBef>
                <a:spcPts val="0"/>
              </a:spcBef>
              <a:spcAft>
                <a:spcPts val="0"/>
              </a:spcAft>
              <a:buClr>
                <a:schemeClr val="lt1"/>
              </a:buClr>
              <a:buSzPts val="800"/>
              <a:buChar char="○"/>
              <a:defRPr>
                <a:solidFill>
                  <a:schemeClr val="lt1"/>
                </a:solidFill>
              </a:defRPr>
            </a:lvl8pPr>
            <a:lvl9pPr indent="-279400" lvl="8" marL="4114800">
              <a:spcBef>
                <a:spcPts val="0"/>
              </a:spcBef>
              <a:spcAft>
                <a:spcPts val="0"/>
              </a:spcAft>
              <a:buClr>
                <a:schemeClr val="lt1"/>
              </a:buClr>
              <a:buSzPts val="800"/>
              <a:buChar char="■"/>
              <a:defRPr>
                <a:solidFill>
                  <a:schemeClr val="lt1"/>
                </a:solidFill>
              </a:defRPr>
            </a:lvl9pPr>
          </a:lstStyle>
          <a:p/>
        </p:txBody>
      </p:sp>
    </p:spTree>
  </p:cSld>
  <p:clrMapOvr>
    <a:masterClrMapping/>
  </p:clrMapOvr>
  <p:extLst>
    <p:ext uri="{DCECCB84-F9BA-43D5-87BE-67443E8EF086}">
      <p15:sldGuideLst>
        <p15:guide id="1" pos="5688">
          <p15:clr>
            <a:srgbClr val="E46962"/>
          </p15:clr>
        </p15:guide>
        <p15:guide id="2" orient="horz" pos="3168">
          <p15:clr>
            <a:srgbClr val="E46962"/>
          </p15:clr>
        </p15:guide>
        <p15:guide id="3" orient="horz" pos="936">
          <p15:clr>
            <a:srgbClr val="E46962"/>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grid with header">
  <p:cSld name="CUSTOM_1">
    <p:spTree>
      <p:nvGrpSpPr>
        <p:cNvPr id="62" name="Shape 62"/>
        <p:cNvGrpSpPr/>
        <p:nvPr/>
      </p:nvGrpSpPr>
      <p:grpSpPr>
        <a:xfrm>
          <a:off x="0" y="0"/>
          <a:ext cx="0" cy="0"/>
          <a:chOff x="0" y="0"/>
          <a:chExt cx="0" cy="0"/>
        </a:xfrm>
      </p:grpSpPr>
      <p:grpSp>
        <p:nvGrpSpPr>
          <p:cNvPr id="63" name="Google Shape;63;p15"/>
          <p:cNvGrpSpPr/>
          <p:nvPr/>
        </p:nvGrpSpPr>
        <p:grpSpPr>
          <a:xfrm>
            <a:off x="-6096" y="-3429"/>
            <a:ext cx="9156192" cy="5150358"/>
            <a:chOff x="0" y="0"/>
            <a:chExt cx="12192000" cy="6858000"/>
          </a:xfrm>
        </p:grpSpPr>
        <p:sp>
          <p:nvSpPr>
            <p:cNvPr id="64" name="Google Shape;64;p15"/>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5" name="Google Shape;65;p15"/>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6" name="Google Shape;66;p15"/>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7" name="Google Shape;67;p15"/>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8" name="Google Shape;68;p15"/>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9" name="Google Shape;69;p15"/>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0" name="Google Shape;70;p15"/>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1" name="Google Shape;71;p15"/>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2" name="Google Shape;72;p15"/>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3" name="Google Shape;73;p15"/>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4" name="Google Shape;74;p15"/>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5" name="Google Shape;75;p15"/>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6" name="Google Shape;76;p15"/>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7" name="Google Shape;77;p15"/>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8" name="Google Shape;78;p15"/>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9" name="Google Shape;79;p15"/>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0" name="Google Shape;80;p15"/>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1" name="Google Shape;81;p15"/>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2" name="Google Shape;82;p15"/>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3" name="Google Shape;83;p15"/>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4" name="Google Shape;84;p15"/>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5" name="Google Shape;85;p15"/>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6" name="Google Shape;86;p15"/>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7" name="Google Shape;87;p15"/>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8" name="Google Shape;88;p15"/>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9" name="Google Shape;89;p15"/>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 name="Google Shape;90;p15"/>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 name="Google Shape;91;p15"/>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2" name="Google Shape;92;p15"/>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3" name="Google Shape;93;p15"/>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4" name="Google Shape;94;p15"/>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5" name="Google Shape;95;p15"/>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6" name="Google Shape;96;p15"/>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 name="Google Shape;97;p15"/>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 name="Google Shape;98;p15"/>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 name="Google Shape;99;p15"/>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0" name="Google Shape;100;p15"/>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 name="Google Shape;101;p15"/>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2" name="Google Shape;102;p15"/>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 name="Google Shape;103;p15"/>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 name="Google Shape;104;p15"/>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 name="Google Shape;105;p15"/>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6" name="Google Shape;106;p15"/>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7" name="Google Shape;107;p15"/>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8" name="Google Shape;108;p15"/>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9" name="Google Shape;109;p15"/>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 name="Google Shape;110;p15"/>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 name="Google Shape;111;p15"/>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 name="Google Shape;112;p15"/>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3" name="Google Shape;113;p15"/>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4" name="Google Shape;114;p15"/>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5" name="Google Shape;115;p15"/>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6" name="Google Shape;116;p15"/>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 name="Google Shape;117;p15"/>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 name="Google Shape;118;p15"/>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9" name="Google Shape;119;p15"/>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0" name="Google Shape;120;p15"/>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1" name="Google Shape;121;p15"/>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2" name="Google Shape;122;p15"/>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23" name="Google Shape;123;p15"/>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4" name="Google Shape;124;p15"/>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
        <p:nvSpPr>
          <p:cNvPr id="125" name="Google Shape;125;p15"/>
          <p:cNvSpPr txBox="1"/>
          <p:nvPr>
            <p:ph idx="1" type="body"/>
          </p:nvPr>
        </p:nvSpPr>
        <p:spPr>
          <a:xfrm>
            <a:off x="7895425" y="-39600"/>
            <a:ext cx="1138500" cy="337200"/>
          </a:xfrm>
          <a:prstGeom prst="rect">
            <a:avLst/>
          </a:prstGeom>
        </p:spPr>
        <p:txBody>
          <a:bodyPr anchorCtr="0" anchor="t" bIns="91425" lIns="91425" spcFirstLastPara="1" rIns="91425" wrap="square" tIns="91425">
            <a:spAutoFit/>
          </a:bodyPr>
          <a:lstStyle>
            <a:lvl1pPr indent="-279400" lvl="0" marL="457200" algn="r">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126" name="Google Shape;126;p15"/>
          <p:cNvSpPr txBox="1"/>
          <p:nvPr>
            <p:ph idx="2" type="body"/>
          </p:nvPr>
        </p:nvSpPr>
        <p:spPr>
          <a:xfrm>
            <a:off x="167325" y="-39600"/>
            <a:ext cx="11697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127" name="Google Shape;127;p15"/>
          <p:cNvSpPr txBox="1"/>
          <p:nvPr>
            <p:ph idx="3" type="body"/>
          </p:nvPr>
        </p:nvSpPr>
        <p:spPr>
          <a:xfrm>
            <a:off x="940775" y="-39600"/>
            <a:ext cx="38103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a:solidFill>
                  <a:schemeClr val="lt1"/>
                </a:solidFill>
              </a:defRPr>
            </a:lvl3pPr>
            <a:lvl4pPr indent="-279400" lvl="3" marL="1828800">
              <a:spcBef>
                <a:spcPts val="0"/>
              </a:spcBef>
              <a:spcAft>
                <a:spcPts val="0"/>
              </a:spcAft>
              <a:buClr>
                <a:schemeClr val="lt1"/>
              </a:buClr>
              <a:buSzPts val="800"/>
              <a:buChar char="●"/>
              <a:defRPr>
                <a:solidFill>
                  <a:schemeClr val="lt1"/>
                </a:solidFill>
              </a:defRPr>
            </a:lvl4pPr>
            <a:lvl5pPr indent="-279400" lvl="4" marL="2286000">
              <a:spcBef>
                <a:spcPts val="0"/>
              </a:spcBef>
              <a:spcAft>
                <a:spcPts val="0"/>
              </a:spcAft>
              <a:buClr>
                <a:schemeClr val="lt1"/>
              </a:buClr>
              <a:buSzPts val="800"/>
              <a:buChar char="○"/>
              <a:defRPr>
                <a:solidFill>
                  <a:schemeClr val="lt1"/>
                </a:solidFill>
              </a:defRPr>
            </a:lvl5pPr>
            <a:lvl6pPr indent="-279400" lvl="5" marL="2743200">
              <a:spcBef>
                <a:spcPts val="0"/>
              </a:spcBef>
              <a:spcAft>
                <a:spcPts val="0"/>
              </a:spcAft>
              <a:buClr>
                <a:schemeClr val="lt1"/>
              </a:buClr>
              <a:buSzPts val="800"/>
              <a:buChar char="■"/>
              <a:defRPr>
                <a:solidFill>
                  <a:schemeClr val="lt1"/>
                </a:solidFill>
              </a:defRPr>
            </a:lvl6pPr>
            <a:lvl7pPr indent="-279400" lvl="6" marL="3200400">
              <a:spcBef>
                <a:spcPts val="0"/>
              </a:spcBef>
              <a:spcAft>
                <a:spcPts val="0"/>
              </a:spcAft>
              <a:buClr>
                <a:schemeClr val="lt1"/>
              </a:buClr>
              <a:buSzPts val="800"/>
              <a:buChar char="●"/>
              <a:defRPr>
                <a:solidFill>
                  <a:schemeClr val="lt1"/>
                </a:solidFill>
              </a:defRPr>
            </a:lvl7pPr>
            <a:lvl8pPr indent="-279400" lvl="7" marL="3657600">
              <a:spcBef>
                <a:spcPts val="0"/>
              </a:spcBef>
              <a:spcAft>
                <a:spcPts val="0"/>
              </a:spcAft>
              <a:buClr>
                <a:schemeClr val="lt1"/>
              </a:buClr>
              <a:buSzPts val="800"/>
              <a:buChar char="○"/>
              <a:defRPr>
                <a:solidFill>
                  <a:schemeClr val="lt1"/>
                </a:solidFill>
              </a:defRPr>
            </a:lvl8pPr>
            <a:lvl9pPr indent="-279400" lvl="8" marL="4114800">
              <a:spcBef>
                <a:spcPts val="0"/>
              </a:spcBef>
              <a:spcAft>
                <a:spcPts val="0"/>
              </a:spcAft>
              <a:buClr>
                <a:schemeClr val="lt1"/>
              </a:buClr>
              <a:buSzPts val="800"/>
              <a:buChar char="■"/>
              <a:defRPr>
                <a:solidFill>
                  <a:schemeClr val="lt1"/>
                </a:solidFill>
              </a:defRPr>
            </a:lvl9pPr>
          </a:lstStyle>
          <a:p/>
        </p:txBody>
      </p:sp>
      <p:sp>
        <p:nvSpPr>
          <p:cNvPr id="128" name="Google Shape;128;p15"/>
          <p:cNvSpPr txBox="1"/>
          <p:nvPr>
            <p:ph idx="4" type="subTitle"/>
          </p:nvPr>
        </p:nvSpPr>
        <p:spPr>
          <a:xfrm>
            <a:off x="5767125" y="572700"/>
            <a:ext cx="3238500" cy="913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9" name="Google Shape;129;p15"/>
          <p:cNvSpPr txBox="1"/>
          <p:nvPr>
            <p:ph type="title"/>
          </p:nvPr>
        </p:nvSpPr>
        <p:spPr>
          <a:xfrm>
            <a:off x="208725" y="344175"/>
            <a:ext cx="5340900" cy="18183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extLst>
    <p:ext uri="{DCECCB84-F9BA-43D5-87BE-67443E8EF086}">
      <p15:sldGuideLst>
        <p15:guide id="1" pos="5688">
          <p15:clr>
            <a:srgbClr val="E46962"/>
          </p15:clr>
        </p15:guide>
        <p15:guide id="2" orient="horz" pos="72">
          <p15:clr>
            <a:srgbClr val="E46962"/>
          </p15:clr>
        </p15:guide>
        <p15:guide id="3" orient="horz" pos="3168">
          <p15:clr>
            <a:srgbClr val="E46962"/>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with header">
  <p:cSld name="CUSTOM_1_1">
    <p:spTree>
      <p:nvGrpSpPr>
        <p:cNvPr id="130" name="Shape 130"/>
        <p:cNvGrpSpPr/>
        <p:nvPr/>
      </p:nvGrpSpPr>
      <p:grpSpPr>
        <a:xfrm>
          <a:off x="0" y="0"/>
          <a:ext cx="0" cy="0"/>
          <a:chOff x="0" y="0"/>
          <a:chExt cx="0" cy="0"/>
        </a:xfrm>
      </p:grpSpPr>
      <p:grpSp>
        <p:nvGrpSpPr>
          <p:cNvPr id="131" name="Google Shape;131;p16"/>
          <p:cNvGrpSpPr/>
          <p:nvPr/>
        </p:nvGrpSpPr>
        <p:grpSpPr>
          <a:xfrm>
            <a:off x="-6096" y="-3429"/>
            <a:ext cx="9156192" cy="5150358"/>
            <a:chOff x="0" y="0"/>
            <a:chExt cx="12192000" cy="6858000"/>
          </a:xfrm>
        </p:grpSpPr>
        <p:sp>
          <p:nvSpPr>
            <p:cNvPr id="132" name="Google Shape;132;p16"/>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3" name="Google Shape;133;p16"/>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4" name="Google Shape;134;p16"/>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5" name="Google Shape;135;p16"/>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6" name="Google Shape;136;p16"/>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7" name="Google Shape;137;p16"/>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 name="Google Shape;138;p16"/>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9" name="Google Shape;139;p16"/>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0" name="Google Shape;140;p16"/>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1" name="Google Shape;141;p16"/>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2" name="Google Shape;142;p16"/>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3" name="Google Shape;143;p16"/>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4" name="Google Shape;144;p16"/>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5" name="Google Shape;145;p16"/>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6" name="Google Shape;146;p16"/>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7" name="Google Shape;147;p16"/>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8" name="Google Shape;148;p16"/>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9" name="Google Shape;149;p16"/>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0" name="Google Shape;150;p16"/>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1" name="Google Shape;151;p16"/>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2" name="Google Shape;152;p16"/>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3" name="Google Shape;153;p16"/>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4" name="Google Shape;154;p16"/>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5" name="Google Shape;155;p16"/>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6" name="Google Shape;156;p16"/>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7" name="Google Shape;157;p16"/>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8" name="Google Shape;158;p16"/>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 name="Google Shape;159;p16"/>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 name="Google Shape;160;p16"/>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1" name="Google Shape;161;p16"/>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2" name="Google Shape;162;p16"/>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3" name="Google Shape;163;p16"/>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4" name="Google Shape;164;p16"/>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5" name="Google Shape;165;p16"/>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 name="Google Shape;166;p16"/>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 name="Google Shape;167;p16"/>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8" name="Google Shape;168;p16"/>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9" name="Google Shape;169;p16"/>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0" name="Google Shape;170;p16"/>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1" name="Google Shape;171;p16"/>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2" name="Google Shape;172;p16"/>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 name="Google Shape;173;p16"/>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 name="Google Shape;174;p16"/>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5" name="Google Shape;175;p16"/>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6" name="Google Shape;176;p16"/>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7" name="Google Shape;177;p16"/>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8" name="Google Shape;178;p16"/>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9" name="Google Shape;179;p16"/>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 name="Google Shape;180;p16"/>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 name="Google Shape;181;p16"/>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2" name="Google Shape;182;p16"/>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3" name="Google Shape;183;p16"/>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4" name="Google Shape;184;p16"/>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5" name="Google Shape;185;p16"/>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6" name="Google Shape;186;p16"/>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7" name="Google Shape;187;p16"/>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8" name="Google Shape;188;p16"/>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9" name="Google Shape;189;p16"/>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0" name="Google Shape;190;p16"/>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91" name="Google Shape;191;p16"/>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2" name="Google Shape;192;p16"/>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
        <p:nvSpPr>
          <p:cNvPr id="193" name="Google Shape;193;p16"/>
          <p:cNvSpPr txBox="1"/>
          <p:nvPr>
            <p:ph type="title"/>
          </p:nvPr>
        </p:nvSpPr>
        <p:spPr>
          <a:xfrm>
            <a:off x="1579100" y="491225"/>
            <a:ext cx="4966200" cy="796200"/>
          </a:xfrm>
          <a:prstGeom prst="rect">
            <a:avLst/>
          </a:prstGeom>
        </p:spPr>
        <p:txBody>
          <a:bodyPr anchorCtr="0" anchor="t" bIns="91425" lIns="91425" spcFirstLastPara="1" rIns="91425" wrap="square" tIns="91425">
            <a:spAutoFit/>
          </a:bodyPr>
          <a:lstStyle>
            <a:lvl1pPr lvl="0">
              <a:spcBef>
                <a:spcPts val="0"/>
              </a:spcBef>
              <a:spcAft>
                <a:spcPts val="0"/>
              </a:spcAft>
              <a:buSzPts val="4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4" name="Google Shape;194;p16"/>
          <p:cNvSpPr txBox="1"/>
          <p:nvPr>
            <p:ph idx="1" type="body"/>
          </p:nvPr>
        </p:nvSpPr>
        <p:spPr>
          <a:xfrm>
            <a:off x="7895425" y="-39600"/>
            <a:ext cx="1138500" cy="337200"/>
          </a:xfrm>
          <a:prstGeom prst="rect">
            <a:avLst/>
          </a:prstGeom>
        </p:spPr>
        <p:txBody>
          <a:bodyPr anchorCtr="0" anchor="t" bIns="91425" lIns="91425" spcFirstLastPara="1" rIns="91425" wrap="square" tIns="91425">
            <a:spAutoFit/>
          </a:bodyPr>
          <a:lstStyle>
            <a:lvl1pPr indent="-279400" lvl="0" marL="457200" algn="r">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195" name="Google Shape;195;p16"/>
          <p:cNvSpPr txBox="1"/>
          <p:nvPr>
            <p:ph idx="2" type="body"/>
          </p:nvPr>
        </p:nvSpPr>
        <p:spPr>
          <a:xfrm>
            <a:off x="167325" y="-39600"/>
            <a:ext cx="11697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196" name="Google Shape;196;p16"/>
          <p:cNvSpPr txBox="1"/>
          <p:nvPr>
            <p:ph idx="3" type="body"/>
          </p:nvPr>
        </p:nvSpPr>
        <p:spPr>
          <a:xfrm>
            <a:off x="940775" y="-39600"/>
            <a:ext cx="38103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a:solidFill>
                  <a:schemeClr val="lt1"/>
                </a:solidFill>
              </a:defRPr>
            </a:lvl3pPr>
            <a:lvl4pPr indent="-279400" lvl="3" marL="1828800">
              <a:spcBef>
                <a:spcPts val="0"/>
              </a:spcBef>
              <a:spcAft>
                <a:spcPts val="0"/>
              </a:spcAft>
              <a:buClr>
                <a:schemeClr val="lt1"/>
              </a:buClr>
              <a:buSzPts val="800"/>
              <a:buChar char="●"/>
              <a:defRPr>
                <a:solidFill>
                  <a:schemeClr val="lt1"/>
                </a:solidFill>
              </a:defRPr>
            </a:lvl4pPr>
            <a:lvl5pPr indent="-279400" lvl="4" marL="2286000">
              <a:spcBef>
                <a:spcPts val="0"/>
              </a:spcBef>
              <a:spcAft>
                <a:spcPts val="0"/>
              </a:spcAft>
              <a:buClr>
                <a:schemeClr val="lt1"/>
              </a:buClr>
              <a:buSzPts val="800"/>
              <a:buChar char="○"/>
              <a:defRPr>
                <a:solidFill>
                  <a:schemeClr val="lt1"/>
                </a:solidFill>
              </a:defRPr>
            </a:lvl5pPr>
            <a:lvl6pPr indent="-279400" lvl="5" marL="2743200">
              <a:spcBef>
                <a:spcPts val="0"/>
              </a:spcBef>
              <a:spcAft>
                <a:spcPts val="0"/>
              </a:spcAft>
              <a:buClr>
                <a:schemeClr val="lt1"/>
              </a:buClr>
              <a:buSzPts val="800"/>
              <a:buChar char="■"/>
              <a:defRPr>
                <a:solidFill>
                  <a:schemeClr val="lt1"/>
                </a:solidFill>
              </a:defRPr>
            </a:lvl6pPr>
            <a:lvl7pPr indent="-279400" lvl="6" marL="3200400">
              <a:spcBef>
                <a:spcPts val="0"/>
              </a:spcBef>
              <a:spcAft>
                <a:spcPts val="0"/>
              </a:spcAft>
              <a:buClr>
                <a:schemeClr val="lt1"/>
              </a:buClr>
              <a:buSzPts val="800"/>
              <a:buChar char="●"/>
              <a:defRPr>
                <a:solidFill>
                  <a:schemeClr val="lt1"/>
                </a:solidFill>
              </a:defRPr>
            </a:lvl7pPr>
            <a:lvl8pPr indent="-279400" lvl="7" marL="3657600">
              <a:spcBef>
                <a:spcPts val="0"/>
              </a:spcBef>
              <a:spcAft>
                <a:spcPts val="0"/>
              </a:spcAft>
              <a:buClr>
                <a:schemeClr val="lt1"/>
              </a:buClr>
              <a:buSzPts val="800"/>
              <a:buChar char="○"/>
              <a:defRPr>
                <a:solidFill>
                  <a:schemeClr val="lt1"/>
                </a:solidFill>
              </a:defRPr>
            </a:lvl8pPr>
            <a:lvl9pPr indent="-279400" lvl="8" marL="4114800">
              <a:spcBef>
                <a:spcPts val="0"/>
              </a:spcBef>
              <a:spcAft>
                <a:spcPts val="0"/>
              </a:spcAft>
              <a:buClr>
                <a:schemeClr val="lt1"/>
              </a:buClr>
              <a:buSzPts val="800"/>
              <a:buChar char="■"/>
              <a:defRPr>
                <a:solidFill>
                  <a:schemeClr val="lt1"/>
                </a:solidFill>
              </a:defRPr>
            </a:lvl9pPr>
          </a:lstStyle>
          <a:p/>
        </p:txBody>
      </p:sp>
    </p:spTree>
  </p:cSld>
  <p:clrMapOvr>
    <a:masterClrMapping/>
  </p:clrMapOvr>
  <p:extLst>
    <p:ext uri="{DCECCB84-F9BA-43D5-87BE-67443E8EF086}">
      <p15:sldGuideLst>
        <p15:guide id="1" pos="5688">
          <p15:clr>
            <a:srgbClr val="E46962"/>
          </p15:clr>
        </p15:guide>
        <p15:guide id="2" orient="horz" pos="72">
          <p15:clr>
            <a:srgbClr val="E46962"/>
          </p15:clr>
        </p15:guide>
        <p15:guide id="3" orient="horz" pos="3168">
          <p15:clr>
            <a:srgbClr val="E46962"/>
          </p15:clr>
        </p15:guide>
        <p15:guide id="4" orient="horz" pos="720">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with header">
  <p:cSld name="CUSTOM_1_1_1_1">
    <p:spTree>
      <p:nvGrpSpPr>
        <p:cNvPr id="197" name="Shape 197"/>
        <p:cNvGrpSpPr/>
        <p:nvPr/>
      </p:nvGrpSpPr>
      <p:grpSpPr>
        <a:xfrm>
          <a:off x="0" y="0"/>
          <a:ext cx="0" cy="0"/>
          <a:chOff x="0" y="0"/>
          <a:chExt cx="0" cy="0"/>
        </a:xfrm>
      </p:grpSpPr>
      <p:grpSp>
        <p:nvGrpSpPr>
          <p:cNvPr id="198" name="Google Shape;198;p17"/>
          <p:cNvGrpSpPr/>
          <p:nvPr/>
        </p:nvGrpSpPr>
        <p:grpSpPr>
          <a:xfrm>
            <a:off x="-6096" y="-3429"/>
            <a:ext cx="9156192" cy="5150358"/>
            <a:chOff x="0" y="0"/>
            <a:chExt cx="12192000" cy="6858000"/>
          </a:xfrm>
        </p:grpSpPr>
        <p:sp>
          <p:nvSpPr>
            <p:cNvPr id="199" name="Google Shape;199;p17"/>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0" name="Google Shape;200;p17"/>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1" name="Google Shape;201;p17"/>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2" name="Google Shape;202;p17"/>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3" name="Google Shape;203;p17"/>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4" name="Google Shape;204;p17"/>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5" name="Google Shape;205;p17"/>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6" name="Google Shape;206;p17"/>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7" name="Google Shape;207;p17"/>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8" name="Google Shape;208;p17"/>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9" name="Google Shape;209;p17"/>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0" name="Google Shape;210;p17"/>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1" name="Google Shape;211;p17"/>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2" name="Google Shape;212;p17"/>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3" name="Google Shape;213;p17"/>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4" name="Google Shape;214;p17"/>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5" name="Google Shape;215;p17"/>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6" name="Google Shape;216;p17"/>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7" name="Google Shape;217;p17"/>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8" name="Google Shape;218;p17"/>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9" name="Google Shape;219;p17"/>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0" name="Google Shape;220;p17"/>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1" name="Google Shape;221;p17"/>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2" name="Google Shape;222;p17"/>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3" name="Google Shape;223;p17"/>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4" name="Google Shape;224;p17"/>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5" name="Google Shape;225;p17"/>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6" name="Google Shape;226;p17"/>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7" name="Google Shape;227;p17"/>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8" name="Google Shape;228;p17"/>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9" name="Google Shape;229;p17"/>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30" name="Google Shape;230;p17"/>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31" name="Google Shape;231;p17"/>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32" name="Google Shape;232;p17"/>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33" name="Google Shape;233;p17"/>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34" name="Google Shape;234;p17"/>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35" name="Google Shape;235;p17"/>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36" name="Google Shape;236;p17"/>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37" name="Google Shape;237;p17"/>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38" name="Google Shape;238;p17"/>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39" name="Google Shape;239;p17"/>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0" name="Google Shape;240;p17"/>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1" name="Google Shape;241;p17"/>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2" name="Google Shape;242;p17"/>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3" name="Google Shape;243;p17"/>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4" name="Google Shape;244;p17"/>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5" name="Google Shape;245;p17"/>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6" name="Google Shape;246;p17"/>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7" name="Google Shape;247;p17"/>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8" name="Google Shape;248;p17"/>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9" name="Google Shape;249;p17"/>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50" name="Google Shape;250;p17"/>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51" name="Google Shape;251;p17"/>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52" name="Google Shape;252;p17"/>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53" name="Google Shape;253;p17"/>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54" name="Google Shape;254;p17"/>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55" name="Google Shape;255;p17"/>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56" name="Google Shape;256;p17"/>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57" name="Google Shape;257;p17"/>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258" name="Google Shape;258;p17"/>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9" name="Google Shape;259;p17"/>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
        <p:nvSpPr>
          <p:cNvPr id="260" name="Google Shape;260;p17"/>
          <p:cNvSpPr txBox="1"/>
          <p:nvPr>
            <p:ph idx="1" type="body"/>
          </p:nvPr>
        </p:nvSpPr>
        <p:spPr>
          <a:xfrm>
            <a:off x="7895425" y="-39600"/>
            <a:ext cx="1138500" cy="337200"/>
          </a:xfrm>
          <a:prstGeom prst="rect">
            <a:avLst/>
          </a:prstGeom>
        </p:spPr>
        <p:txBody>
          <a:bodyPr anchorCtr="0" anchor="t" bIns="91425" lIns="91425" spcFirstLastPara="1" rIns="91425" wrap="square" tIns="91425">
            <a:spAutoFit/>
          </a:bodyPr>
          <a:lstStyle>
            <a:lvl1pPr indent="-279400" lvl="0" marL="457200" algn="r">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261" name="Google Shape;261;p17"/>
          <p:cNvSpPr txBox="1"/>
          <p:nvPr>
            <p:ph idx="2" type="body"/>
          </p:nvPr>
        </p:nvSpPr>
        <p:spPr>
          <a:xfrm>
            <a:off x="167325" y="-39600"/>
            <a:ext cx="11697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262" name="Google Shape;262;p17"/>
          <p:cNvSpPr txBox="1"/>
          <p:nvPr>
            <p:ph idx="3" type="body"/>
          </p:nvPr>
        </p:nvSpPr>
        <p:spPr>
          <a:xfrm>
            <a:off x="940775" y="-39600"/>
            <a:ext cx="38103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a:solidFill>
                  <a:schemeClr val="lt1"/>
                </a:solidFill>
              </a:defRPr>
            </a:lvl3pPr>
            <a:lvl4pPr indent="-279400" lvl="3" marL="1828800">
              <a:spcBef>
                <a:spcPts val="0"/>
              </a:spcBef>
              <a:spcAft>
                <a:spcPts val="0"/>
              </a:spcAft>
              <a:buClr>
                <a:schemeClr val="lt1"/>
              </a:buClr>
              <a:buSzPts val="800"/>
              <a:buChar char="●"/>
              <a:defRPr>
                <a:solidFill>
                  <a:schemeClr val="lt1"/>
                </a:solidFill>
              </a:defRPr>
            </a:lvl4pPr>
            <a:lvl5pPr indent="-279400" lvl="4" marL="2286000">
              <a:spcBef>
                <a:spcPts val="0"/>
              </a:spcBef>
              <a:spcAft>
                <a:spcPts val="0"/>
              </a:spcAft>
              <a:buClr>
                <a:schemeClr val="lt1"/>
              </a:buClr>
              <a:buSzPts val="800"/>
              <a:buChar char="○"/>
              <a:defRPr>
                <a:solidFill>
                  <a:schemeClr val="lt1"/>
                </a:solidFill>
              </a:defRPr>
            </a:lvl5pPr>
            <a:lvl6pPr indent="-279400" lvl="5" marL="2743200">
              <a:spcBef>
                <a:spcPts val="0"/>
              </a:spcBef>
              <a:spcAft>
                <a:spcPts val="0"/>
              </a:spcAft>
              <a:buClr>
                <a:schemeClr val="lt1"/>
              </a:buClr>
              <a:buSzPts val="800"/>
              <a:buChar char="■"/>
              <a:defRPr>
                <a:solidFill>
                  <a:schemeClr val="lt1"/>
                </a:solidFill>
              </a:defRPr>
            </a:lvl6pPr>
            <a:lvl7pPr indent="-279400" lvl="6" marL="3200400">
              <a:spcBef>
                <a:spcPts val="0"/>
              </a:spcBef>
              <a:spcAft>
                <a:spcPts val="0"/>
              </a:spcAft>
              <a:buClr>
                <a:schemeClr val="lt1"/>
              </a:buClr>
              <a:buSzPts val="800"/>
              <a:buChar char="●"/>
              <a:defRPr>
                <a:solidFill>
                  <a:schemeClr val="lt1"/>
                </a:solidFill>
              </a:defRPr>
            </a:lvl7pPr>
            <a:lvl8pPr indent="-279400" lvl="7" marL="3657600">
              <a:spcBef>
                <a:spcPts val="0"/>
              </a:spcBef>
              <a:spcAft>
                <a:spcPts val="0"/>
              </a:spcAft>
              <a:buClr>
                <a:schemeClr val="lt1"/>
              </a:buClr>
              <a:buSzPts val="800"/>
              <a:buChar char="○"/>
              <a:defRPr>
                <a:solidFill>
                  <a:schemeClr val="lt1"/>
                </a:solidFill>
              </a:defRPr>
            </a:lvl8pPr>
            <a:lvl9pPr indent="-279400" lvl="8" marL="4114800">
              <a:spcBef>
                <a:spcPts val="0"/>
              </a:spcBef>
              <a:spcAft>
                <a:spcPts val="0"/>
              </a:spcAft>
              <a:buClr>
                <a:schemeClr val="lt1"/>
              </a:buClr>
              <a:buSzPts val="800"/>
              <a:buChar char="■"/>
              <a:defRPr>
                <a:solidFill>
                  <a:schemeClr val="lt1"/>
                </a:solidFill>
              </a:defRPr>
            </a:lvl9pPr>
          </a:lstStyle>
          <a:p/>
        </p:txBody>
      </p:sp>
      <p:sp>
        <p:nvSpPr>
          <p:cNvPr id="263" name="Google Shape;263;p17"/>
          <p:cNvSpPr txBox="1"/>
          <p:nvPr>
            <p:ph idx="4" type="subTitle"/>
          </p:nvPr>
        </p:nvSpPr>
        <p:spPr>
          <a:xfrm>
            <a:off x="516425" y="2548200"/>
            <a:ext cx="3736200" cy="1277100"/>
          </a:xfrm>
          <a:prstGeom prst="rect">
            <a:avLst/>
          </a:prstGeom>
        </p:spPr>
        <p:txBody>
          <a:bodyPr anchorCtr="0" anchor="t" bIns="91425" lIns="91425" spcFirstLastPara="1" rIns="91425" wrap="square" tIns="91425">
            <a:sp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4" name="Google Shape;264;p17"/>
          <p:cNvSpPr txBox="1"/>
          <p:nvPr>
            <p:ph idx="5" type="subTitle"/>
          </p:nvPr>
        </p:nvSpPr>
        <p:spPr>
          <a:xfrm>
            <a:off x="5128850" y="2548200"/>
            <a:ext cx="3679500" cy="1277100"/>
          </a:xfrm>
          <a:prstGeom prst="rect">
            <a:avLst/>
          </a:prstGeom>
        </p:spPr>
        <p:txBody>
          <a:bodyPr anchorCtr="0" anchor="t" bIns="91425" lIns="91425" spcFirstLastPara="1" rIns="91425" wrap="square" tIns="91425">
            <a:sp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5" name="Google Shape;265;p17"/>
          <p:cNvSpPr txBox="1"/>
          <p:nvPr>
            <p:ph type="title"/>
          </p:nvPr>
        </p:nvSpPr>
        <p:spPr>
          <a:xfrm>
            <a:off x="209775" y="468575"/>
            <a:ext cx="6048900" cy="1437000"/>
          </a:xfrm>
          <a:prstGeom prst="rect">
            <a:avLst/>
          </a:prstGeom>
        </p:spPr>
        <p:txBody>
          <a:bodyPr anchorCtr="0" anchor="t" bIns="91425" lIns="91425" spcFirstLastPara="1" rIns="91425" wrap="square" tIns="91425">
            <a:spAutoFit/>
          </a:bodyPr>
          <a:lstStyle>
            <a:lvl1pPr lvl="0">
              <a:spcBef>
                <a:spcPts val="0"/>
              </a:spcBef>
              <a:spcAft>
                <a:spcPts val="0"/>
              </a:spcAft>
              <a:buSzPts val="4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images">
  <p:cSld name="CUSTOM_1_1_1_1_1">
    <p:spTree>
      <p:nvGrpSpPr>
        <p:cNvPr id="266" name="Shape 266"/>
        <p:cNvGrpSpPr/>
        <p:nvPr/>
      </p:nvGrpSpPr>
      <p:grpSpPr>
        <a:xfrm>
          <a:off x="0" y="0"/>
          <a:ext cx="0" cy="0"/>
          <a:chOff x="0" y="0"/>
          <a:chExt cx="0" cy="0"/>
        </a:xfrm>
      </p:grpSpPr>
      <p:grpSp>
        <p:nvGrpSpPr>
          <p:cNvPr id="267" name="Google Shape;267;p18"/>
          <p:cNvGrpSpPr/>
          <p:nvPr/>
        </p:nvGrpSpPr>
        <p:grpSpPr>
          <a:xfrm>
            <a:off x="-6096" y="-3429"/>
            <a:ext cx="9156192" cy="5150358"/>
            <a:chOff x="0" y="0"/>
            <a:chExt cx="12192000" cy="6858000"/>
          </a:xfrm>
        </p:grpSpPr>
        <p:sp>
          <p:nvSpPr>
            <p:cNvPr id="268" name="Google Shape;268;p18"/>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69" name="Google Shape;269;p18"/>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0" name="Google Shape;270;p18"/>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1" name="Google Shape;271;p18"/>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2" name="Google Shape;272;p18"/>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3" name="Google Shape;273;p18"/>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4" name="Google Shape;274;p18"/>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5" name="Google Shape;275;p18"/>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6" name="Google Shape;276;p18"/>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7" name="Google Shape;277;p18"/>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8" name="Google Shape;278;p18"/>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9" name="Google Shape;279;p18"/>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80" name="Google Shape;280;p18"/>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81" name="Google Shape;281;p18"/>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82" name="Google Shape;282;p18"/>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83" name="Google Shape;283;p18"/>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84" name="Google Shape;284;p18"/>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85" name="Google Shape;285;p18"/>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86" name="Google Shape;286;p18"/>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87" name="Google Shape;287;p18"/>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88" name="Google Shape;288;p18"/>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89" name="Google Shape;289;p18"/>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0" name="Google Shape;290;p18"/>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1" name="Google Shape;291;p18"/>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2" name="Google Shape;292;p18"/>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3" name="Google Shape;293;p18"/>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4" name="Google Shape;294;p18"/>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5" name="Google Shape;295;p18"/>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6" name="Google Shape;296;p18"/>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7" name="Google Shape;297;p18"/>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8" name="Google Shape;298;p18"/>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9" name="Google Shape;299;p18"/>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0" name="Google Shape;300;p18"/>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1" name="Google Shape;301;p18"/>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2" name="Google Shape;302;p18"/>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3" name="Google Shape;303;p18"/>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4" name="Google Shape;304;p18"/>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5" name="Google Shape;305;p18"/>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6" name="Google Shape;306;p18"/>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7" name="Google Shape;307;p18"/>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8" name="Google Shape;308;p18"/>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9" name="Google Shape;309;p18"/>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0" name="Google Shape;310;p18"/>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1" name="Google Shape;311;p18"/>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2" name="Google Shape;312;p18"/>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3" name="Google Shape;313;p18"/>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4" name="Google Shape;314;p18"/>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5" name="Google Shape;315;p18"/>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6" name="Google Shape;316;p18"/>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7" name="Google Shape;317;p18"/>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8" name="Google Shape;318;p18"/>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9" name="Google Shape;319;p18"/>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0" name="Google Shape;320;p18"/>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1" name="Google Shape;321;p18"/>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2" name="Google Shape;322;p18"/>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3" name="Google Shape;323;p18"/>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4" name="Google Shape;324;p18"/>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5" name="Google Shape;325;p18"/>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6" name="Google Shape;326;p18"/>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327" name="Google Shape;327;p18"/>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8" name="Google Shape;328;p18"/>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
        <p:nvSpPr>
          <p:cNvPr id="329" name="Google Shape;329;p18"/>
          <p:cNvSpPr txBox="1"/>
          <p:nvPr>
            <p:ph idx="1" type="body"/>
          </p:nvPr>
        </p:nvSpPr>
        <p:spPr>
          <a:xfrm>
            <a:off x="7895425" y="-39600"/>
            <a:ext cx="1138500" cy="337200"/>
          </a:xfrm>
          <a:prstGeom prst="rect">
            <a:avLst/>
          </a:prstGeom>
        </p:spPr>
        <p:txBody>
          <a:bodyPr anchorCtr="0" anchor="t" bIns="91425" lIns="91425" spcFirstLastPara="1" rIns="91425" wrap="square" tIns="91425">
            <a:spAutoFit/>
          </a:bodyPr>
          <a:lstStyle>
            <a:lvl1pPr indent="-279400" lvl="0" marL="457200" algn="r">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330" name="Google Shape;330;p18"/>
          <p:cNvSpPr txBox="1"/>
          <p:nvPr>
            <p:ph idx="2" type="body"/>
          </p:nvPr>
        </p:nvSpPr>
        <p:spPr>
          <a:xfrm>
            <a:off x="167325" y="-39600"/>
            <a:ext cx="11697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331" name="Google Shape;331;p18"/>
          <p:cNvSpPr txBox="1"/>
          <p:nvPr>
            <p:ph idx="3" type="body"/>
          </p:nvPr>
        </p:nvSpPr>
        <p:spPr>
          <a:xfrm>
            <a:off x="940775" y="-39600"/>
            <a:ext cx="38103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a:solidFill>
                  <a:schemeClr val="lt1"/>
                </a:solidFill>
              </a:defRPr>
            </a:lvl3pPr>
            <a:lvl4pPr indent="-279400" lvl="3" marL="1828800">
              <a:spcBef>
                <a:spcPts val="0"/>
              </a:spcBef>
              <a:spcAft>
                <a:spcPts val="0"/>
              </a:spcAft>
              <a:buClr>
                <a:schemeClr val="lt1"/>
              </a:buClr>
              <a:buSzPts val="800"/>
              <a:buChar char="●"/>
              <a:defRPr>
                <a:solidFill>
                  <a:schemeClr val="lt1"/>
                </a:solidFill>
              </a:defRPr>
            </a:lvl4pPr>
            <a:lvl5pPr indent="-279400" lvl="4" marL="2286000">
              <a:spcBef>
                <a:spcPts val="0"/>
              </a:spcBef>
              <a:spcAft>
                <a:spcPts val="0"/>
              </a:spcAft>
              <a:buClr>
                <a:schemeClr val="lt1"/>
              </a:buClr>
              <a:buSzPts val="800"/>
              <a:buChar char="○"/>
              <a:defRPr>
                <a:solidFill>
                  <a:schemeClr val="lt1"/>
                </a:solidFill>
              </a:defRPr>
            </a:lvl5pPr>
            <a:lvl6pPr indent="-279400" lvl="5" marL="2743200">
              <a:spcBef>
                <a:spcPts val="0"/>
              </a:spcBef>
              <a:spcAft>
                <a:spcPts val="0"/>
              </a:spcAft>
              <a:buClr>
                <a:schemeClr val="lt1"/>
              </a:buClr>
              <a:buSzPts val="800"/>
              <a:buChar char="■"/>
              <a:defRPr>
                <a:solidFill>
                  <a:schemeClr val="lt1"/>
                </a:solidFill>
              </a:defRPr>
            </a:lvl6pPr>
            <a:lvl7pPr indent="-279400" lvl="6" marL="3200400">
              <a:spcBef>
                <a:spcPts val="0"/>
              </a:spcBef>
              <a:spcAft>
                <a:spcPts val="0"/>
              </a:spcAft>
              <a:buClr>
                <a:schemeClr val="lt1"/>
              </a:buClr>
              <a:buSzPts val="800"/>
              <a:buChar char="●"/>
              <a:defRPr>
                <a:solidFill>
                  <a:schemeClr val="lt1"/>
                </a:solidFill>
              </a:defRPr>
            </a:lvl7pPr>
            <a:lvl8pPr indent="-279400" lvl="7" marL="3657600">
              <a:spcBef>
                <a:spcPts val="0"/>
              </a:spcBef>
              <a:spcAft>
                <a:spcPts val="0"/>
              </a:spcAft>
              <a:buClr>
                <a:schemeClr val="lt1"/>
              </a:buClr>
              <a:buSzPts val="800"/>
              <a:buChar char="○"/>
              <a:defRPr>
                <a:solidFill>
                  <a:schemeClr val="lt1"/>
                </a:solidFill>
              </a:defRPr>
            </a:lvl8pPr>
            <a:lvl9pPr indent="-279400" lvl="8" marL="4114800">
              <a:spcBef>
                <a:spcPts val="0"/>
              </a:spcBef>
              <a:spcAft>
                <a:spcPts val="0"/>
              </a:spcAft>
              <a:buClr>
                <a:schemeClr val="lt1"/>
              </a:buClr>
              <a:buSzPts val="800"/>
              <a:buChar char="■"/>
              <a:defRPr>
                <a:solidFill>
                  <a:schemeClr val="lt1"/>
                </a:solidFill>
              </a:defRPr>
            </a:lvl9pPr>
          </a:lstStyle>
          <a:p/>
        </p:txBody>
      </p:sp>
      <p:sp>
        <p:nvSpPr>
          <p:cNvPr id="332" name="Google Shape;332;p18"/>
          <p:cNvSpPr txBox="1"/>
          <p:nvPr>
            <p:ph type="title"/>
          </p:nvPr>
        </p:nvSpPr>
        <p:spPr>
          <a:xfrm>
            <a:off x="209775" y="468575"/>
            <a:ext cx="6048900" cy="1437000"/>
          </a:xfrm>
          <a:prstGeom prst="rect">
            <a:avLst/>
          </a:prstGeom>
        </p:spPr>
        <p:txBody>
          <a:bodyPr anchorCtr="0" anchor="t" bIns="91425" lIns="91425" spcFirstLastPara="1" rIns="91425" wrap="square" tIns="91425">
            <a:spAutoFit/>
          </a:bodyPr>
          <a:lstStyle>
            <a:lvl1pPr lvl="0">
              <a:spcBef>
                <a:spcPts val="0"/>
              </a:spcBef>
              <a:spcAft>
                <a:spcPts val="0"/>
              </a:spcAft>
              <a:buSzPts val="4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 boxes with header">
  <p:cSld name="CUSTOM_1_1_1_1_1_1">
    <p:spTree>
      <p:nvGrpSpPr>
        <p:cNvPr id="333" name="Shape 333"/>
        <p:cNvGrpSpPr/>
        <p:nvPr/>
      </p:nvGrpSpPr>
      <p:grpSpPr>
        <a:xfrm>
          <a:off x="0" y="0"/>
          <a:ext cx="0" cy="0"/>
          <a:chOff x="0" y="0"/>
          <a:chExt cx="0" cy="0"/>
        </a:xfrm>
      </p:grpSpPr>
      <p:grpSp>
        <p:nvGrpSpPr>
          <p:cNvPr id="334" name="Google Shape;334;p19"/>
          <p:cNvGrpSpPr/>
          <p:nvPr/>
        </p:nvGrpSpPr>
        <p:grpSpPr>
          <a:xfrm>
            <a:off x="-6096" y="-3429"/>
            <a:ext cx="9156192" cy="5150358"/>
            <a:chOff x="0" y="0"/>
            <a:chExt cx="12192000" cy="6858000"/>
          </a:xfrm>
        </p:grpSpPr>
        <p:sp>
          <p:nvSpPr>
            <p:cNvPr id="335" name="Google Shape;335;p19"/>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36" name="Google Shape;336;p19"/>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37" name="Google Shape;337;p19"/>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38" name="Google Shape;338;p19"/>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39" name="Google Shape;339;p19"/>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40" name="Google Shape;340;p19"/>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41" name="Google Shape;341;p19"/>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42" name="Google Shape;342;p19"/>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43" name="Google Shape;343;p19"/>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44" name="Google Shape;344;p19"/>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45" name="Google Shape;345;p19"/>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46" name="Google Shape;346;p19"/>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47" name="Google Shape;347;p19"/>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48" name="Google Shape;348;p19"/>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49" name="Google Shape;349;p19"/>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50" name="Google Shape;350;p19"/>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51" name="Google Shape;351;p19"/>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52" name="Google Shape;352;p19"/>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53" name="Google Shape;353;p19"/>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54" name="Google Shape;354;p19"/>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55" name="Google Shape;355;p19"/>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56" name="Google Shape;356;p19"/>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57" name="Google Shape;357;p19"/>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58" name="Google Shape;358;p19"/>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59" name="Google Shape;359;p19"/>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60" name="Google Shape;360;p19"/>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61" name="Google Shape;361;p19"/>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62" name="Google Shape;362;p19"/>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63" name="Google Shape;363;p19"/>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64" name="Google Shape;364;p19"/>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65" name="Google Shape;365;p19"/>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66" name="Google Shape;366;p19"/>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67" name="Google Shape;367;p19"/>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68" name="Google Shape;368;p19"/>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69" name="Google Shape;369;p19"/>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0" name="Google Shape;370;p19"/>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1" name="Google Shape;371;p19"/>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2" name="Google Shape;372;p19"/>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3" name="Google Shape;373;p19"/>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4" name="Google Shape;374;p19"/>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5" name="Google Shape;375;p19"/>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6" name="Google Shape;376;p19"/>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7" name="Google Shape;377;p19"/>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8" name="Google Shape;378;p19"/>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9" name="Google Shape;379;p19"/>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0" name="Google Shape;380;p19"/>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1" name="Google Shape;381;p19"/>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2" name="Google Shape;382;p19"/>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3" name="Google Shape;383;p19"/>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4" name="Google Shape;384;p19"/>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5" name="Google Shape;385;p19"/>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6" name="Google Shape;386;p19"/>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7" name="Google Shape;387;p19"/>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8" name="Google Shape;388;p19"/>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9" name="Google Shape;389;p19"/>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90" name="Google Shape;390;p19"/>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91" name="Google Shape;391;p19"/>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92" name="Google Shape;392;p19"/>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93" name="Google Shape;393;p19"/>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394" name="Google Shape;394;p19"/>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5" name="Google Shape;395;p19"/>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
        <p:nvSpPr>
          <p:cNvPr id="396" name="Google Shape;396;p19"/>
          <p:cNvSpPr txBox="1"/>
          <p:nvPr>
            <p:ph type="title"/>
          </p:nvPr>
        </p:nvSpPr>
        <p:spPr>
          <a:xfrm>
            <a:off x="209775" y="468575"/>
            <a:ext cx="5016000" cy="1385400"/>
          </a:xfrm>
          <a:prstGeom prst="rect">
            <a:avLst/>
          </a:prstGeom>
        </p:spPr>
        <p:txBody>
          <a:bodyPr anchorCtr="0" anchor="t" bIns="91425" lIns="91425" spcFirstLastPara="1" rIns="91425" wrap="square" tIns="91425">
            <a:spAutoFit/>
          </a:bodyPr>
          <a:lstStyle>
            <a:lvl1pPr lvl="0">
              <a:spcBef>
                <a:spcPts val="0"/>
              </a:spcBef>
              <a:spcAft>
                <a:spcPts val="0"/>
              </a:spcAft>
              <a:buSzPts val="4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97" name="Google Shape;397;p19"/>
          <p:cNvSpPr txBox="1"/>
          <p:nvPr>
            <p:ph idx="1" type="body"/>
          </p:nvPr>
        </p:nvSpPr>
        <p:spPr>
          <a:xfrm>
            <a:off x="7895425" y="-39600"/>
            <a:ext cx="1138500" cy="337200"/>
          </a:xfrm>
          <a:prstGeom prst="rect">
            <a:avLst/>
          </a:prstGeom>
        </p:spPr>
        <p:txBody>
          <a:bodyPr anchorCtr="0" anchor="t" bIns="91425" lIns="91425" spcFirstLastPara="1" rIns="91425" wrap="square" tIns="91425">
            <a:spAutoFit/>
          </a:bodyPr>
          <a:lstStyle>
            <a:lvl1pPr indent="-279400" lvl="0" marL="457200" algn="r">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398" name="Google Shape;398;p19"/>
          <p:cNvSpPr txBox="1"/>
          <p:nvPr>
            <p:ph idx="2" type="body"/>
          </p:nvPr>
        </p:nvSpPr>
        <p:spPr>
          <a:xfrm>
            <a:off x="167325" y="-39600"/>
            <a:ext cx="11697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399" name="Google Shape;399;p19"/>
          <p:cNvSpPr txBox="1"/>
          <p:nvPr>
            <p:ph idx="3" type="body"/>
          </p:nvPr>
        </p:nvSpPr>
        <p:spPr>
          <a:xfrm>
            <a:off x="940775" y="-39600"/>
            <a:ext cx="38103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a:solidFill>
                  <a:schemeClr val="lt1"/>
                </a:solidFill>
              </a:defRPr>
            </a:lvl3pPr>
            <a:lvl4pPr indent="-279400" lvl="3" marL="1828800">
              <a:spcBef>
                <a:spcPts val="0"/>
              </a:spcBef>
              <a:spcAft>
                <a:spcPts val="0"/>
              </a:spcAft>
              <a:buClr>
                <a:schemeClr val="lt1"/>
              </a:buClr>
              <a:buSzPts val="800"/>
              <a:buChar char="●"/>
              <a:defRPr>
                <a:solidFill>
                  <a:schemeClr val="lt1"/>
                </a:solidFill>
              </a:defRPr>
            </a:lvl4pPr>
            <a:lvl5pPr indent="-279400" lvl="4" marL="2286000">
              <a:spcBef>
                <a:spcPts val="0"/>
              </a:spcBef>
              <a:spcAft>
                <a:spcPts val="0"/>
              </a:spcAft>
              <a:buClr>
                <a:schemeClr val="lt1"/>
              </a:buClr>
              <a:buSzPts val="800"/>
              <a:buChar char="○"/>
              <a:defRPr>
                <a:solidFill>
                  <a:schemeClr val="lt1"/>
                </a:solidFill>
              </a:defRPr>
            </a:lvl5pPr>
            <a:lvl6pPr indent="-279400" lvl="5" marL="2743200">
              <a:spcBef>
                <a:spcPts val="0"/>
              </a:spcBef>
              <a:spcAft>
                <a:spcPts val="0"/>
              </a:spcAft>
              <a:buClr>
                <a:schemeClr val="lt1"/>
              </a:buClr>
              <a:buSzPts val="800"/>
              <a:buChar char="■"/>
              <a:defRPr>
                <a:solidFill>
                  <a:schemeClr val="lt1"/>
                </a:solidFill>
              </a:defRPr>
            </a:lvl6pPr>
            <a:lvl7pPr indent="-279400" lvl="6" marL="3200400">
              <a:spcBef>
                <a:spcPts val="0"/>
              </a:spcBef>
              <a:spcAft>
                <a:spcPts val="0"/>
              </a:spcAft>
              <a:buClr>
                <a:schemeClr val="lt1"/>
              </a:buClr>
              <a:buSzPts val="800"/>
              <a:buChar char="●"/>
              <a:defRPr>
                <a:solidFill>
                  <a:schemeClr val="lt1"/>
                </a:solidFill>
              </a:defRPr>
            </a:lvl7pPr>
            <a:lvl8pPr indent="-279400" lvl="7" marL="3657600">
              <a:spcBef>
                <a:spcPts val="0"/>
              </a:spcBef>
              <a:spcAft>
                <a:spcPts val="0"/>
              </a:spcAft>
              <a:buClr>
                <a:schemeClr val="lt1"/>
              </a:buClr>
              <a:buSzPts val="800"/>
              <a:buChar char="○"/>
              <a:defRPr>
                <a:solidFill>
                  <a:schemeClr val="lt1"/>
                </a:solidFill>
              </a:defRPr>
            </a:lvl8pPr>
            <a:lvl9pPr indent="-279400" lvl="8" marL="4114800">
              <a:spcBef>
                <a:spcPts val="0"/>
              </a:spcBef>
              <a:spcAft>
                <a:spcPts val="0"/>
              </a:spcAft>
              <a:buClr>
                <a:schemeClr val="lt1"/>
              </a:buClr>
              <a:buSzPts val="800"/>
              <a:buChar char="■"/>
              <a:defRPr>
                <a:solidFill>
                  <a:schemeClr val="lt1"/>
                </a:solidFill>
              </a:defRPr>
            </a:lvl9pPr>
          </a:lstStyle>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boxes with header">
  <p:cSld name="CUSTOM_1_1_1_1_1_1_1_1">
    <p:spTree>
      <p:nvGrpSpPr>
        <p:cNvPr id="400" name="Shape 400"/>
        <p:cNvGrpSpPr/>
        <p:nvPr/>
      </p:nvGrpSpPr>
      <p:grpSpPr>
        <a:xfrm>
          <a:off x="0" y="0"/>
          <a:ext cx="0" cy="0"/>
          <a:chOff x="0" y="0"/>
          <a:chExt cx="0" cy="0"/>
        </a:xfrm>
      </p:grpSpPr>
      <p:grpSp>
        <p:nvGrpSpPr>
          <p:cNvPr id="401" name="Google Shape;401;p20"/>
          <p:cNvGrpSpPr/>
          <p:nvPr/>
        </p:nvGrpSpPr>
        <p:grpSpPr>
          <a:xfrm>
            <a:off x="-6096" y="-3429"/>
            <a:ext cx="9156192" cy="5150358"/>
            <a:chOff x="0" y="0"/>
            <a:chExt cx="12192000" cy="6858000"/>
          </a:xfrm>
        </p:grpSpPr>
        <p:sp>
          <p:nvSpPr>
            <p:cNvPr id="402" name="Google Shape;402;p20"/>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3" name="Google Shape;403;p20"/>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4" name="Google Shape;404;p20"/>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5" name="Google Shape;405;p20"/>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6" name="Google Shape;406;p20"/>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7" name="Google Shape;407;p20"/>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8" name="Google Shape;408;p20"/>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9" name="Google Shape;409;p20"/>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10" name="Google Shape;410;p20"/>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11" name="Google Shape;411;p20"/>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12" name="Google Shape;412;p20"/>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13" name="Google Shape;413;p20"/>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14" name="Google Shape;414;p20"/>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15" name="Google Shape;415;p20"/>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16" name="Google Shape;416;p20"/>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17" name="Google Shape;417;p20"/>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18" name="Google Shape;418;p20"/>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19" name="Google Shape;419;p20"/>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20" name="Google Shape;420;p20"/>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21" name="Google Shape;421;p20"/>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22" name="Google Shape;422;p20"/>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23" name="Google Shape;423;p20"/>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24" name="Google Shape;424;p20"/>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25" name="Google Shape;425;p20"/>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26" name="Google Shape;426;p20"/>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27" name="Google Shape;427;p20"/>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28" name="Google Shape;428;p20"/>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29" name="Google Shape;429;p20"/>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30" name="Google Shape;430;p20"/>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31" name="Google Shape;431;p20"/>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32" name="Google Shape;432;p20"/>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33" name="Google Shape;433;p20"/>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34" name="Google Shape;434;p20"/>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35" name="Google Shape;435;p20"/>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36" name="Google Shape;436;p20"/>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37" name="Google Shape;437;p20"/>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38" name="Google Shape;438;p20"/>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39" name="Google Shape;439;p20"/>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40" name="Google Shape;440;p20"/>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41" name="Google Shape;441;p20"/>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42" name="Google Shape;442;p20"/>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43" name="Google Shape;443;p20"/>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44" name="Google Shape;444;p20"/>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45" name="Google Shape;445;p20"/>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46" name="Google Shape;446;p20"/>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47" name="Google Shape;447;p20"/>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48" name="Google Shape;448;p20"/>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49" name="Google Shape;449;p20"/>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50" name="Google Shape;450;p20"/>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51" name="Google Shape;451;p20"/>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52" name="Google Shape;452;p20"/>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53" name="Google Shape;453;p20"/>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54" name="Google Shape;454;p20"/>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55" name="Google Shape;455;p20"/>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56" name="Google Shape;456;p20"/>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57" name="Google Shape;457;p20"/>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58" name="Google Shape;458;p20"/>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59" name="Google Shape;459;p20"/>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60" name="Google Shape;460;p20"/>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461" name="Google Shape;461;p20"/>
          <p:cNvSpPr txBox="1"/>
          <p:nvPr>
            <p:ph type="title"/>
          </p:nvPr>
        </p:nvSpPr>
        <p:spPr>
          <a:xfrm>
            <a:off x="209775" y="468575"/>
            <a:ext cx="5016000" cy="633000"/>
          </a:xfrm>
          <a:prstGeom prst="rect">
            <a:avLst/>
          </a:prstGeom>
        </p:spPr>
        <p:txBody>
          <a:bodyPr anchorCtr="0" anchor="t" bIns="91425" lIns="91425" spcFirstLastPara="1" rIns="91425" wrap="square" tIns="91425">
            <a:spAutoFit/>
          </a:bodyPr>
          <a:lstStyle>
            <a:lvl1pPr lvl="0">
              <a:spcBef>
                <a:spcPts val="0"/>
              </a:spcBef>
              <a:spcAft>
                <a:spcPts val="0"/>
              </a:spcAft>
              <a:buSzPts val="4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62" name="Google Shape;462;p20"/>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463" name="Google Shape;463;p20"/>
          <p:cNvSpPr txBox="1"/>
          <p:nvPr/>
        </p:nvSpPr>
        <p:spPr>
          <a:xfrm>
            <a:off x="0" y="-39600"/>
            <a:ext cx="2631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solidFill>
                  <a:schemeClr val="lt1"/>
                </a:solidFill>
                <a:latin typeface="Lexend"/>
                <a:ea typeface="Lexend"/>
                <a:cs typeface="Lexend"/>
                <a:sym typeface="Lexend"/>
              </a:rPr>
              <a:t>▶ </a:t>
            </a:r>
            <a:endParaRPr b="1" sz="800">
              <a:solidFill>
                <a:schemeClr val="lt1"/>
              </a:solidFill>
              <a:latin typeface="Lexend"/>
              <a:ea typeface="Lexend"/>
              <a:cs typeface="Lexend"/>
              <a:sym typeface="Lexend"/>
            </a:endParaRPr>
          </a:p>
        </p:txBody>
      </p:sp>
      <p:sp>
        <p:nvSpPr>
          <p:cNvPr id="464" name="Google Shape;464;p20"/>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5" name="Google Shape;465;p20"/>
          <p:cNvSpPr txBox="1"/>
          <p:nvPr>
            <p:ph idx="1" type="body"/>
          </p:nvPr>
        </p:nvSpPr>
        <p:spPr>
          <a:xfrm>
            <a:off x="7895425" y="-39600"/>
            <a:ext cx="1138500" cy="337200"/>
          </a:xfrm>
          <a:prstGeom prst="rect">
            <a:avLst/>
          </a:prstGeom>
        </p:spPr>
        <p:txBody>
          <a:bodyPr anchorCtr="0" anchor="t" bIns="91425" lIns="91425" spcFirstLastPara="1" rIns="91425" wrap="square" tIns="91425">
            <a:spAutoFit/>
          </a:bodyPr>
          <a:lstStyle>
            <a:lvl1pPr indent="-279400" lvl="0" marL="457200" algn="r">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466" name="Google Shape;466;p20"/>
          <p:cNvSpPr txBox="1"/>
          <p:nvPr>
            <p:ph idx="2" type="body"/>
          </p:nvPr>
        </p:nvSpPr>
        <p:spPr>
          <a:xfrm>
            <a:off x="167325" y="-39600"/>
            <a:ext cx="11697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467" name="Google Shape;467;p20"/>
          <p:cNvSpPr txBox="1"/>
          <p:nvPr>
            <p:ph idx="3" type="body"/>
          </p:nvPr>
        </p:nvSpPr>
        <p:spPr>
          <a:xfrm>
            <a:off x="940775" y="-39600"/>
            <a:ext cx="38103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a:solidFill>
                  <a:schemeClr val="lt1"/>
                </a:solidFill>
              </a:defRPr>
            </a:lvl3pPr>
            <a:lvl4pPr indent="-279400" lvl="3" marL="1828800">
              <a:spcBef>
                <a:spcPts val="0"/>
              </a:spcBef>
              <a:spcAft>
                <a:spcPts val="0"/>
              </a:spcAft>
              <a:buClr>
                <a:schemeClr val="lt1"/>
              </a:buClr>
              <a:buSzPts val="800"/>
              <a:buChar char="●"/>
              <a:defRPr>
                <a:solidFill>
                  <a:schemeClr val="lt1"/>
                </a:solidFill>
              </a:defRPr>
            </a:lvl4pPr>
            <a:lvl5pPr indent="-279400" lvl="4" marL="2286000">
              <a:spcBef>
                <a:spcPts val="0"/>
              </a:spcBef>
              <a:spcAft>
                <a:spcPts val="0"/>
              </a:spcAft>
              <a:buClr>
                <a:schemeClr val="lt1"/>
              </a:buClr>
              <a:buSzPts val="800"/>
              <a:buChar char="○"/>
              <a:defRPr>
                <a:solidFill>
                  <a:schemeClr val="lt1"/>
                </a:solidFill>
              </a:defRPr>
            </a:lvl5pPr>
            <a:lvl6pPr indent="-279400" lvl="5" marL="2743200">
              <a:spcBef>
                <a:spcPts val="0"/>
              </a:spcBef>
              <a:spcAft>
                <a:spcPts val="0"/>
              </a:spcAft>
              <a:buClr>
                <a:schemeClr val="lt1"/>
              </a:buClr>
              <a:buSzPts val="800"/>
              <a:buChar char="■"/>
              <a:defRPr>
                <a:solidFill>
                  <a:schemeClr val="lt1"/>
                </a:solidFill>
              </a:defRPr>
            </a:lvl6pPr>
            <a:lvl7pPr indent="-279400" lvl="6" marL="3200400">
              <a:spcBef>
                <a:spcPts val="0"/>
              </a:spcBef>
              <a:spcAft>
                <a:spcPts val="0"/>
              </a:spcAft>
              <a:buClr>
                <a:schemeClr val="lt1"/>
              </a:buClr>
              <a:buSzPts val="800"/>
              <a:buChar char="●"/>
              <a:defRPr>
                <a:solidFill>
                  <a:schemeClr val="lt1"/>
                </a:solidFill>
              </a:defRPr>
            </a:lvl7pPr>
            <a:lvl8pPr indent="-279400" lvl="7" marL="3657600">
              <a:spcBef>
                <a:spcPts val="0"/>
              </a:spcBef>
              <a:spcAft>
                <a:spcPts val="0"/>
              </a:spcAft>
              <a:buClr>
                <a:schemeClr val="lt1"/>
              </a:buClr>
              <a:buSzPts val="800"/>
              <a:buChar char="○"/>
              <a:defRPr>
                <a:solidFill>
                  <a:schemeClr val="lt1"/>
                </a:solidFill>
              </a:defRPr>
            </a:lvl8pPr>
            <a:lvl9pPr indent="-279400" lvl="8" marL="4114800">
              <a:spcBef>
                <a:spcPts val="0"/>
              </a:spcBef>
              <a:spcAft>
                <a:spcPts val="0"/>
              </a:spcAft>
              <a:buClr>
                <a:schemeClr val="lt1"/>
              </a:buClr>
              <a:buSzPts val="800"/>
              <a:buChar char="■"/>
              <a:defRPr>
                <a:solidFill>
                  <a:schemeClr val="lt1"/>
                </a:solidFill>
              </a:defRPr>
            </a:lvl9pPr>
          </a:lstStyle>
          <a:p/>
        </p:txBody>
      </p:sp>
      <p:sp>
        <p:nvSpPr>
          <p:cNvPr id="468" name="Google Shape;468;p20"/>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CUSTOM_1_1_1_1_1_1_1_1_1_1">
    <p:spTree>
      <p:nvGrpSpPr>
        <p:cNvPr id="469" name="Shape 469"/>
        <p:cNvGrpSpPr/>
        <p:nvPr/>
      </p:nvGrpSpPr>
      <p:grpSpPr>
        <a:xfrm>
          <a:off x="0" y="0"/>
          <a:ext cx="0" cy="0"/>
          <a:chOff x="0" y="0"/>
          <a:chExt cx="0" cy="0"/>
        </a:xfrm>
      </p:grpSpPr>
      <p:grpSp>
        <p:nvGrpSpPr>
          <p:cNvPr id="470" name="Google Shape;470;p21"/>
          <p:cNvGrpSpPr/>
          <p:nvPr/>
        </p:nvGrpSpPr>
        <p:grpSpPr>
          <a:xfrm>
            <a:off x="-6096" y="-3429"/>
            <a:ext cx="9156192" cy="5150358"/>
            <a:chOff x="0" y="0"/>
            <a:chExt cx="12192000" cy="6858000"/>
          </a:xfrm>
        </p:grpSpPr>
        <p:sp>
          <p:nvSpPr>
            <p:cNvPr id="471" name="Google Shape;471;p21"/>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72" name="Google Shape;472;p21"/>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73" name="Google Shape;473;p21"/>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74" name="Google Shape;474;p21"/>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75" name="Google Shape;475;p21"/>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76" name="Google Shape;476;p21"/>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77" name="Google Shape;477;p21"/>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78" name="Google Shape;478;p21"/>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79" name="Google Shape;479;p21"/>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80" name="Google Shape;480;p21"/>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81" name="Google Shape;481;p21"/>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82" name="Google Shape;482;p21"/>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83" name="Google Shape;483;p21"/>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84" name="Google Shape;484;p21"/>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85" name="Google Shape;485;p21"/>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86" name="Google Shape;486;p21"/>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87" name="Google Shape;487;p21"/>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88" name="Google Shape;488;p21"/>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89" name="Google Shape;489;p21"/>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90" name="Google Shape;490;p21"/>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91" name="Google Shape;491;p21"/>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92" name="Google Shape;492;p21"/>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93" name="Google Shape;493;p21"/>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94" name="Google Shape;494;p21"/>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95" name="Google Shape;495;p21"/>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96" name="Google Shape;496;p21"/>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97" name="Google Shape;497;p21"/>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98" name="Google Shape;498;p21"/>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99" name="Google Shape;499;p21"/>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00" name="Google Shape;500;p21"/>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01" name="Google Shape;501;p21"/>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02" name="Google Shape;502;p21"/>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03" name="Google Shape;503;p21"/>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04" name="Google Shape;504;p21"/>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05" name="Google Shape;505;p21"/>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06" name="Google Shape;506;p21"/>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07" name="Google Shape;507;p21"/>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08" name="Google Shape;508;p21"/>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09" name="Google Shape;509;p21"/>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10" name="Google Shape;510;p21"/>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11" name="Google Shape;511;p21"/>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12" name="Google Shape;512;p21"/>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13" name="Google Shape;513;p21"/>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14" name="Google Shape;514;p21"/>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15" name="Google Shape;515;p21"/>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16" name="Google Shape;516;p21"/>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17" name="Google Shape;517;p21"/>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18" name="Google Shape;518;p21"/>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19" name="Google Shape;519;p21"/>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20" name="Google Shape;520;p21"/>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21" name="Google Shape;521;p21"/>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22" name="Google Shape;522;p21"/>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23" name="Google Shape;523;p21"/>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24" name="Google Shape;524;p21"/>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25" name="Google Shape;525;p21"/>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26" name="Google Shape;526;p21"/>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27" name="Google Shape;527;p21"/>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28" name="Google Shape;528;p21"/>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29" name="Google Shape;529;p21"/>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530" name="Google Shape;530;p21"/>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531" name="Google Shape;531;p21"/>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2" name="Google Shape;532;p21"/>
          <p:cNvSpPr txBox="1"/>
          <p:nvPr>
            <p:ph type="title"/>
          </p:nvPr>
        </p:nvSpPr>
        <p:spPr>
          <a:xfrm>
            <a:off x="208725" y="344175"/>
            <a:ext cx="53409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33" name="Google Shape;533;p21"/>
          <p:cNvSpPr txBox="1"/>
          <p:nvPr>
            <p:ph idx="1" type="subTitle"/>
          </p:nvPr>
        </p:nvSpPr>
        <p:spPr>
          <a:xfrm>
            <a:off x="5767125" y="425525"/>
            <a:ext cx="3238500" cy="35205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4" name="Google Shape;534;p21"/>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CUSTOM_1_1_1_1_1_1_1_1_1_1_1">
    <p:spTree>
      <p:nvGrpSpPr>
        <p:cNvPr id="535" name="Shape 535"/>
        <p:cNvGrpSpPr/>
        <p:nvPr/>
      </p:nvGrpSpPr>
      <p:grpSpPr>
        <a:xfrm>
          <a:off x="0" y="0"/>
          <a:ext cx="0" cy="0"/>
          <a:chOff x="0" y="0"/>
          <a:chExt cx="0" cy="0"/>
        </a:xfrm>
      </p:grpSpPr>
      <p:grpSp>
        <p:nvGrpSpPr>
          <p:cNvPr id="536" name="Google Shape;536;p22"/>
          <p:cNvGrpSpPr/>
          <p:nvPr/>
        </p:nvGrpSpPr>
        <p:grpSpPr>
          <a:xfrm>
            <a:off x="-6096" y="-3429"/>
            <a:ext cx="9156192" cy="5150358"/>
            <a:chOff x="0" y="0"/>
            <a:chExt cx="12192000" cy="6858000"/>
          </a:xfrm>
        </p:grpSpPr>
        <p:sp>
          <p:nvSpPr>
            <p:cNvPr id="537" name="Google Shape;537;p22"/>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38" name="Google Shape;538;p22"/>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39" name="Google Shape;539;p22"/>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40" name="Google Shape;540;p22"/>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41" name="Google Shape;541;p22"/>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42" name="Google Shape;542;p22"/>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43" name="Google Shape;543;p22"/>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44" name="Google Shape;544;p22"/>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45" name="Google Shape;545;p22"/>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46" name="Google Shape;546;p22"/>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47" name="Google Shape;547;p22"/>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48" name="Google Shape;548;p22"/>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49" name="Google Shape;549;p22"/>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50" name="Google Shape;550;p22"/>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51" name="Google Shape;551;p22"/>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52" name="Google Shape;552;p22"/>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53" name="Google Shape;553;p22"/>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54" name="Google Shape;554;p22"/>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55" name="Google Shape;555;p22"/>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56" name="Google Shape;556;p22"/>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57" name="Google Shape;557;p22"/>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58" name="Google Shape;558;p22"/>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59" name="Google Shape;559;p22"/>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60" name="Google Shape;560;p22"/>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61" name="Google Shape;561;p22"/>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62" name="Google Shape;562;p22"/>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63" name="Google Shape;563;p22"/>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64" name="Google Shape;564;p22"/>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65" name="Google Shape;565;p22"/>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66" name="Google Shape;566;p22"/>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67" name="Google Shape;567;p22"/>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68" name="Google Shape;568;p22"/>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69" name="Google Shape;569;p22"/>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70" name="Google Shape;570;p22"/>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71" name="Google Shape;571;p22"/>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72" name="Google Shape;572;p22"/>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73" name="Google Shape;573;p22"/>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74" name="Google Shape;574;p22"/>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75" name="Google Shape;575;p22"/>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76" name="Google Shape;576;p22"/>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77" name="Google Shape;577;p22"/>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78" name="Google Shape;578;p22"/>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79" name="Google Shape;579;p22"/>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80" name="Google Shape;580;p22"/>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81" name="Google Shape;581;p22"/>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82" name="Google Shape;582;p22"/>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83" name="Google Shape;583;p22"/>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84" name="Google Shape;584;p22"/>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85" name="Google Shape;585;p22"/>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86" name="Google Shape;586;p22"/>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87" name="Google Shape;587;p22"/>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88" name="Google Shape;588;p22"/>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89" name="Google Shape;589;p22"/>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90" name="Google Shape;590;p22"/>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91" name="Google Shape;591;p22"/>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92" name="Google Shape;592;p22"/>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93" name="Google Shape;593;p22"/>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94" name="Google Shape;594;p22"/>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95" name="Google Shape;595;p22"/>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596" name="Google Shape;596;p22"/>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597" name="Google Shape;597;p22"/>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8" name="Google Shape;598;p22"/>
          <p:cNvSpPr txBox="1"/>
          <p:nvPr>
            <p:ph type="title"/>
          </p:nvPr>
        </p:nvSpPr>
        <p:spPr>
          <a:xfrm>
            <a:off x="208725" y="344175"/>
            <a:ext cx="53409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99" name="Google Shape;599;p22"/>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CUSTOM_1_1_1_1_1_1_1_1_1_1_2">
    <p:spTree>
      <p:nvGrpSpPr>
        <p:cNvPr id="600" name="Shape 600"/>
        <p:cNvGrpSpPr/>
        <p:nvPr/>
      </p:nvGrpSpPr>
      <p:grpSpPr>
        <a:xfrm>
          <a:off x="0" y="0"/>
          <a:ext cx="0" cy="0"/>
          <a:chOff x="0" y="0"/>
          <a:chExt cx="0" cy="0"/>
        </a:xfrm>
      </p:grpSpPr>
      <p:grpSp>
        <p:nvGrpSpPr>
          <p:cNvPr id="601" name="Google Shape;601;p23"/>
          <p:cNvGrpSpPr/>
          <p:nvPr/>
        </p:nvGrpSpPr>
        <p:grpSpPr>
          <a:xfrm>
            <a:off x="-6096" y="-3429"/>
            <a:ext cx="9156192" cy="5150358"/>
            <a:chOff x="0" y="0"/>
            <a:chExt cx="12192000" cy="6858000"/>
          </a:xfrm>
        </p:grpSpPr>
        <p:sp>
          <p:nvSpPr>
            <p:cNvPr id="602" name="Google Shape;602;p23"/>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03" name="Google Shape;603;p23"/>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04" name="Google Shape;604;p23"/>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05" name="Google Shape;605;p23"/>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06" name="Google Shape;606;p23"/>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07" name="Google Shape;607;p23"/>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08" name="Google Shape;608;p23"/>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09" name="Google Shape;609;p23"/>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10" name="Google Shape;610;p23"/>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11" name="Google Shape;611;p23"/>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12" name="Google Shape;612;p23"/>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13" name="Google Shape;613;p23"/>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14" name="Google Shape;614;p23"/>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15" name="Google Shape;615;p23"/>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16" name="Google Shape;616;p23"/>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17" name="Google Shape;617;p23"/>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18" name="Google Shape;618;p23"/>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19" name="Google Shape;619;p23"/>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20" name="Google Shape;620;p23"/>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21" name="Google Shape;621;p23"/>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22" name="Google Shape;622;p23"/>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23" name="Google Shape;623;p23"/>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24" name="Google Shape;624;p23"/>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25" name="Google Shape;625;p23"/>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26" name="Google Shape;626;p23"/>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27" name="Google Shape;627;p23"/>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28" name="Google Shape;628;p23"/>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29" name="Google Shape;629;p23"/>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30" name="Google Shape;630;p23"/>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31" name="Google Shape;631;p23"/>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32" name="Google Shape;632;p23"/>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33" name="Google Shape;633;p23"/>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34" name="Google Shape;634;p23"/>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35" name="Google Shape;635;p23"/>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36" name="Google Shape;636;p23"/>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37" name="Google Shape;637;p23"/>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38" name="Google Shape;638;p23"/>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39" name="Google Shape;639;p23"/>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40" name="Google Shape;640;p23"/>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41" name="Google Shape;641;p23"/>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42" name="Google Shape;642;p23"/>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43" name="Google Shape;643;p23"/>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44" name="Google Shape;644;p23"/>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45" name="Google Shape;645;p23"/>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46" name="Google Shape;646;p23"/>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47" name="Google Shape;647;p23"/>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48" name="Google Shape;648;p23"/>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49" name="Google Shape;649;p23"/>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50" name="Google Shape;650;p23"/>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51" name="Google Shape;651;p23"/>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52" name="Google Shape;652;p23"/>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53" name="Google Shape;653;p23"/>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54" name="Google Shape;654;p23"/>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55" name="Google Shape;655;p23"/>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56" name="Google Shape;656;p23"/>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57" name="Google Shape;657;p23"/>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58" name="Google Shape;658;p23"/>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59" name="Google Shape;659;p23"/>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60" name="Google Shape;660;p23"/>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661" name="Google Shape;661;p23"/>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662" name="Google Shape;662;p23"/>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3" name="Google Shape;663;p23"/>
          <p:cNvSpPr txBox="1"/>
          <p:nvPr>
            <p:ph type="title"/>
          </p:nvPr>
        </p:nvSpPr>
        <p:spPr>
          <a:xfrm>
            <a:off x="208725" y="344175"/>
            <a:ext cx="76404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64" name="Google Shape;664;p23"/>
          <p:cNvSpPr txBox="1"/>
          <p:nvPr>
            <p:ph idx="1" type="body"/>
          </p:nvPr>
        </p:nvSpPr>
        <p:spPr>
          <a:xfrm>
            <a:off x="208725" y="2320375"/>
            <a:ext cx="7353900" cy="2591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665" name="Google Shape;665;p23"/>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CUSTOM_1_1_1_1_1_1_1_1_1_1_2_1">
    <p:spTree>
      <p:nvGrpSpPr>
        <p:cNvPr id="666" name="Shape 666"/>
        <p:cNvGrpSpPr/>
        <p:nvPr/>
      </p:nvGrpSpPr>
      <p:grpSpPr>
        <a:xfrm>
          <a:off x="0" y="0"/>
          <a:ext cx="0" cy="0"/>
          <a:chOff x="0" y="0"/>
          <a:chExt cx="0" cy="0"/>
        </a:xfrm>
      </p:grpSpPr>
      <p:grpSp>
        <p:nvGrpSpPr>
          <p:cNvPr id="667" name="Google Shape;667;p24"/>
          <p:cNvGrpSpPr/>
          <p:nvPr/>
        </p:nvGrpSpPr>
        <p:grpSpPr>
          <a:xfrm>
            <a:off x="-6096" y="-3429"/>
            <a:ext cx="9156192" cy="5150358"/>
            <a:chOff x="0" y="0"/>
            <a:chExt cx="12192000" cy="6858000"/>
          </a:xfrm>
        </p:grpSpPr>
        <p:sp>
          <p:nvSpPr>
            <p:cNvPr id="668" name="Google Shape;668;p24"/>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69" name="Google Shape;669;p24"/>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70" name="Google Shape;670;p24"/>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71" name="Google Shape;671;p24"/>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72" name="Google Shape;672;p24"/>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73" name="Google Shape;673;p24"/>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74" name="Google Shape;674;p24"/>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75" name="Google Shape;675;p24"/>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76" name="Google Shape;676;p24"/>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77" name="Google Shape;677;p24"/>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78" name="Google Shape;678;p24"/>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79" name="Google Shape;679;p24"/>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80" name="Google Shape;680;p24"/>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81" name="Google Shape;681;p24"/>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82" name="Google Shape;682;p24"/>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83" name="Google Shape;683;p24"/>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84" name="Google Shape;684;p24"/>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85" name="Google Shape;685;p24"/>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86" name="Google Shape;686;p24"/>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87" name="Google Shape;687;p24"/>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88" name="Google Shape;688;p24"/>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89" name="Google Shape;689;p24"/>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90" name="Google Shape;690;p24"/>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91" name="Google Shape;691;p24"/>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92" name="Google Shape;692;p24"/>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93" name="Google Shape;693;p24"/>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94" name="Google Shape;694;p24"/>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95" name="Google Shape;695;p24"/>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96" name="Google Shape;696;p24"/>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97" name="Google Shape;697;p24"/>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98" name="Google Shape;698;p24"/>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99" name="Google Shape;699;p24"/>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00" name="Google Shape;700;p24"/>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01" name="Google Shape;701;p24"/>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02" name="Google Shape;702;p24"/>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03" name="Google Shape;703;p24"/>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04" name="Google Shape;704;p24"/>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05" name="Google Shape;705;p24"/>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06" name="Google Shape;706;p24"/>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07" name="Google Shape;707;p24"/>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08" name="Google Shape;708;p24"/>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09" name="Google Shape;709;p24"/>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10" name="Google Shape;710;p24"/>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11" name="Google Shape;711;p24"/>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12" name="Google Shape;712;p24"/>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13" name="Google Shape;713;p24"/>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14" name="Google Shape;714;p24"/>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15" name="Google Shape;715;p24"/>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16" name="Google Shape;716;p24"/>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17" name="Google Shape;717;p24"/>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18" name="Google Shape;718;p24"/>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19" name="Google Shape;719;p24"/>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20" name="Google Shape;720;p24"/>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21" name="Google Shape;721;p24"/>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22" name="Google Shape;722;p24"/>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23" name="Google Shape;723;p24"/>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24" name="Google Shape;724;p24"/>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25" name="Google Shape;725;p24"/>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26" name="Google Shape;726;p24"/>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727" name="Google Shape;727;p24"/>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728" name="Google Shape;728;p24"/>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9" name="Google Shape;729;p24"/>
          <p:cNvSpPr txBox="1"/>
          <p:nvPr>
            <p:ph type="title"/>
          </p:nvPr>
        </p:nvSpPr>
        <p:spPr>
          <a:xfrm>
            <a:off x="208725" y="344175"/>
            <a:ext cx="74184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30" name="Google Shape;730;p24"/>
          <p:cNvSpPr txBox="1"/>
          <p:nvPr>
            <p:ph idx="1" type="body"/>
          </p:nvPr>
        </p:nvSpPr>
        <p:spPr>
          <a:xfrm>
            <a:off x="208725" y="2320375"/>
            <a:ext cx="4254900" cy="2591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731" name="Google Shape;731;p24"/>
          <p:cNvSpPr txBox="1"/>
          <p:nvPr>
            <p:ph idx="2" type="body"/>
          </p:nvPr>
        </p:nvSpPr>
        <p:spPr>
          <a:xfrm>
            <a:off x="4684150" y="2320375"/>
            <a:ext cx="4254900" cy="2591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732" name="Google Shape;732;p24"/>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_1_1_1_1_1_1_1_1_1_1_2_1_1">
    <p:spTree>
      <p:nvGrpSpPr>
        <p:cNvPr id="733" name="Shape 733"/>
        <p:cNvGrpSpPr/>
        <p:nvPr/>
      </p:nvGrpSpPr>
      <p:grpSpPr>
        <a:xfrm>
          <a:off x="0" y="0"/>
          <a:ext cx="0" cy="0"/>
          <a:chOff x="0" y="0"/>
          <a:chExt cx="0" cy="0"/>
        </a:xfrm>
      </p:grpSpPr>
      <p:grpSp>
        <p:nvGrpSpPr>
          <p:cNvPr id="734" name="Google Shape;734;p25"/>
          <p:cNvGrpSpPr/>
          <p:nvPr/>
        </p:nvGrpSpPr>
        <p:grpSpPr>
          <a:xfrm>
            <a:off x="-6096" y="-3429"/>
            <a:ext cx="9156192" cy="5150358"/>
            <a:chOff x="0" y="0"/>
            <a:chExt cx="12192000" cy="6858000"/>
          </a:xfrm>
        </p:grpSpPr>
        <p:sp>
          <p:nvSpPr>
            <p:cNvPr id="735" name="Google Shape;735;p25"/>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36" name="Google Shape;736;p25"/>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37" name="Google Shape;737;p25"/>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38" name="Google Shape;738;p25"/>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39" name="Google Shape;739;p25"/>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40" name="Google Shape;740;p25"/>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41" name="Google Shape;741;p25"/>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42" name="Google Shape;742;p25"/>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43" name="Google Shape;743;p25"/>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44" name="Google Shape;744;p25"/>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45" name="Google Shape;745;p25"/>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46" name="Google Shape;746;p25"/>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47" name="Google Shape;747;p25"/>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48" name="Google Shape;748;p25"/>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49" name="Google Shape;749;p25"/>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50" name="Google Shape;750;p25"/>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51" name="Google Shape;751;p25"/>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52" name="Google Shape;752;p25"/>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53" name="Google Shape;753;p25"/>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54" name="Google Shape;754;p25"/>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55" name="Google Shape;755;p25"/>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56" name="Google Shape;756;p25"/>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57" name="Google Shape;757;p25"/>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58" name="Google Shape;758;p25"/>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59" name="Google Shape;759;p25"/>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60" name="Google Shape;760;p25"/>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61" name="Google Shape;761;p25"/>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62" name="Google Shape;762;p25"/>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63" name="Google Shape;763;p25"/>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64" name="Google Shape;764;p25"/>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65" name="Google Shape;765;p25"/>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66" name="Google Shape;766;p25"/>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67" name="Google Shape;767;p25"/>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68" name="Google Shape;768;p25"/>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69" name="Google Shape;769;p25"/>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70" name="Google Shape;770;p25"/>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71" name="Google Shape;771;p25"/>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72" name="Google Shape;772;p25"/>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73" name="Google Shape;773;p25"/>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74" name="Google Shape;774;p25"/>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75" name="Google Shape;775;p25"/>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76" name="Google Shape;776;p25"/>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77" name="Google Shape;777;p25"/>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78" name="Google Shape;778;p25"/>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79" name="Google Shape;779;p25"/>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80" name="Google Shape;780;p25"/>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81" name="Google Shape;781;p25"/>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82" name="Google Shape;782;p25"/>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83" name="Google Shape;783;p25"/>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84" name="Google Shape;784;p25"/>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85" name="Google Shape;785;p25"/>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86" name="Google Shape;786;p25"/>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87" name="Google Shape;787;p25"/>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88" name="Google Shape;788;p25"/>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89" name="Google Shape;789;p25"/>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90" name="Google Shape;790;p25"/>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91" name="Google Shape;791;p25"/>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92" name="Google Shape;792;p25"/>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93" name="Google Shape;793;p25"/>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794" name="Google Shape;794;p25"/>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795" name="Google Shape;795;p25"/>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6" name="Google Shape;796;p25"/>
          <p:cNvSpPr txBox="1"/>
          <p:nvPr>
            <p:ph type="title"/>
          </p:nvPr>
        </p:nvSpPr>
        <p:spPr>
          <a:xfrm>
            <a:off x="208725" y="344175"/>
            <a:ext cx="76011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97" name="Google Shape;797;p25"/>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one column text">
  <p:cSld name="CUSTOM_1_1_1_1_1_1_1_1_1_1_2_1_1_1">
    <p:spTree>
      <p:nvGrpSpPr>
        <p:cNvPr id="798" name="Shape 798"/>
        <p:cNvGrpSpPr/>
        <p:nvPr/>
      </p:nvGrpSpPr>
      <p:grpSpPr>
        <a:xfrm>
          <a:off x="0" y="0"/>
          <a:ext cx="0" cy="0"/>
          <a:chOff x="0" y="0"/>
          <a:chExt cx="0" cy="0"/>
        </a:xfrm>
      </p:grpSpPr>
      <p:grpSp>
        <p:nvGrpSpPr>
          <p:cNvPr id="799" name="Google Shape;799;p26"/>
          <p:cNvGrpSpPr/>
          <p:nvPr/>
        </p:nvGrpSpPr>
        <p:grpSpPr>
          <a:xfrm>
            <a:off x="-6096" y="-3429"/>
            <a:ext cx="9156192" cy="5150358"/>
            <a:chOff x="0" y="0"/>
            <a:chExt cx="12192000" cy="6858000"/>
          </a:xfrm>
        </p:grpSpPr>
        <p:sp>
          <p:nvSpPr>
            <p:cNvPr id="800" name="Google Shape;800;p26"/>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01" name="Google Shape;801;p26"/>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02" name="Google Shape;802;p26"/>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03" name="Google Shape;803;p26"/>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04" name="Google Shape;804;p26"/>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05" name="Google Shape;805;p26"/>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06" name="Google Shape;806;p26"/>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07" name="Google Shape;807;p26"/>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08" name="Google Shape;808;p26"/>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09" name="Google Shape;809;p26"/>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10" name="Google Shape;810;p26"/>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11" name="Google Shape;811;p26"/>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12" name="Google Shape;812;p26"/>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13" name="Google Shape;813;p26"/>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14" name="Google Shape;814;p26"/>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15" name="Google Shape;815;p26"/>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16" name="Google Shape;816;p26"/>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17" name="Google Shape;817;p26"/>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18" name="Google Shape;818;p26"/>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19" name="Google Shape;819;p26"/>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20" name="Google Shape;820;p26"/>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21" name="Google Shape;821;p26"/>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22" name="Google Shape;822;p26"/>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23" name="Google Shape;823;p26"/>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24" name="Google Shape;824;p26"/>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25" name="Google Shape;825;p26"/>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26" name="Google Shape;826;p26"/>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27" name="Google Shape;827;p26"/>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28" name="Google Shape;828;p26"/>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29" name="Google Shape;829;p26"/>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30" name="Google Shape;830;p26"/>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31" name="Google Shape;831;p26"/>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32" name="Google Shape;832;p26"/>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33" name="Google Shape;833;p26"/>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34" name="Google Shape;834;p26"/>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35" name="Google Shape;835;p26"/>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36" name="Google Shape;836;p26"/>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37" name="Google Shape;837;p26"/>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38" name="Google Shape;838;p26"/>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39" name="Google Shape;839;p26"/>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40" name="Google Shape;840;p26"/>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41" name="Google Shape;841;p26"/>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42" name="Google Shape;842;p26"/>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43" name="Google Shape;843;p26"/>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44" name="Google Shape;844;p26"/>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45" name="Google Shape;845;p26"/>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46" name="Google Shape;846;p26"/>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47" name="Google Shape;847;p26"/>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48" name="Google Shape;848;p26"/>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49" name="Google Shape;849;p26"/>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50" name="Google Shape;850;p26"/>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51" name="Google Shape;851;p26"/>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52" name="Google Shape;852;p26"/>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53" name="Google Shape;853;p26"/>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54" name="Google Shape;854;p26"/>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55" name="Google Shape;855;p26"/>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56" name="Google Shape;856;p26"/>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57" name="Google Shape;857;p26"/>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58" name="Google Shape;858;p26"/>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859" name="Google Shape;859;p26"/>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860" name="Google Shape;860;p26"/>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1" name="Google Shape;861;p26"/>
          <p:cNvSpPr txBox="1"/>
          <p:nvPr>
            <p:ph type="title"/>
          </p:nvPr>
        </p:nvSpPr>
        <p:spPr>
          <a:xfrm>
            <a:off x="208725" y="344175"/>
            <a:ext cx="55584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62" name="Google Shape;862;p26"/>
          <p:cNvSpPr txBox="1"/>
          <p:nvPr>
            <p:ph idx="1" type="subTitle"/>
          </p:nvPr>
        </p:nvSpPr>
        <p:spPr>
          <a:xfrm>
            <a:off x="5767125" y="425525"/>
            <a:ext cx="3238500" cy="913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3" name="Google Shape;863;p26"/>
          <p:cNvSpPr txBox="1"/>
          <p:nvPr>
            <p:ph idx="2" type="body"/>
          </p:nvPr>
        </p:nvSpPr>
        <p:spPr>
          <a:xfrm>
            <a:off x="208725" y="3050325"/>
            <a:ext cx="6666600" cy="18615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864" name="Google Shape;864;p26"/>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CUSTOM_1_1_1_1_1_1_1_1_1_1_2_1_1_1_1">
    <p:spTree>
      <p:nvGrpSpPr>
        <p:cNvPr id="865" name="Shape 865"/>
        <p:cNvGrpSpPr/>
        <p:nvPr/>
      </p:nvGrpSpPr>
      <p:grpSpPr>
        <a:xfrm>
          <a:off x="0" y="0"/>
          <a:ext cx="0" cy="0"/>
          <a:chOff x="0" y="0"/>
          <a:chExt cx="0" cy="0"/>
        </a:xfrm>
      </p:grpSpPr>
      <p:grpSp>
        <p:nvGrpSpPr>
          <p:cNvPr id="866" name="Google Shape;866;p27"/>
          <p:cNvGrpSpPr/>
          <p:nvPr/>
        </p:nvGrpSpPr>
        <p:grpSpPr>
          <a:xfrm>
            <a:off x="-6096" y="-3429"/>
            <a:ext cx="9156192" cy="5150358"/>
            <a:chOff x="0" y="0"/>
            <a:chExt cx="12192000" cy="6858000"/>
          </a:xfrm>
        </p:grpSpPr>
        <p:sp>
          <p:nvSpPr>
            <p:cNvPr id="867" name="Google Shape;867;p27"/>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68" name="Google Shape;868;p27"/>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69" name="Google Shape;869;p27"/>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70" name="Google Shape;870;p27"/>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71" name="Google Shape;871;p27"/>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72" name="Google Shape;872;p27"/>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73" name="Google Shape;873;p27"/>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74" name="Google Shape;874;p27"/>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75" name="Google Shape;875;p27"/>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76" name="Google Shape;876;p27"/>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77" name="Google Shape;877;p27"/>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78" name="Google Shape;878;p27"/>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79" name="Google Shape;879;p27"/>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80" name="Google Shape;880;p27"/>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81" name="Google Shape;881;p27"/>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82" name="Google Shape;882;p27"/>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83" name="Google Shape;883;p27"/>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84" name="Google Shape;884;p27"/>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85" name="Google Shape;885;p27"/>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86" name="Google Shape;886;p27"/>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87" name="Google Shape;887;p27"/>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88" name="Google Shape;888;p27"/>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89" name="Google Shape;889;p27"/>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90" name="Google Shape;890;p27"/>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91" name="Google Shape;891;p27"/>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92" name="Google Shape;892;p27"/>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93" name="Google Shape;893;p27"/>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94" name="Google Shape;894;p27"/>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95" name="Google Shape;895;p27"/>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96" name="Google Shape;896;p27"/>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97" name="Google Shape;897;p27"/>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98" name="Google Shape;898;p27"/>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99" name="Google Shape;899;p27"/>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0" name="Google Shape;900;p27"/>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1" name="Google Shape;901;p27"/>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2" name="Google Shape;902;p27"/>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3" name="Google Shape;903;p27"/>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4" name="Google Shape;904;p27"/>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5" name="Google Shape;905;p27"/>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6" name="Google Shape;906;p27"/>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7" name="Google Shape;907;p27"/>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8" name="Google Shape;908;p27"/>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9" name="Google Shape;909;p27"/>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0" name="Google Shape;910;p27"/>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1" name="Google Shape;911;p27"/>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2" name="Google Shape;912;p27"/>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3" name="Google Shape;913;p27"/>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4" name="Google Shape;914;p27"/>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5" name="Google Shape;915;p27"/>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6" name="Google Shape;916;p27"/>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7" name="Google Shape;917;p27"/>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8" name="Google Shape;918;p27"/>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9" name="Google Shape;919;p27"/>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20" name="Google Shape;920;p27"/>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21" name="Google Shape;921;p27"/>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22" name="Google Shape;922;p27"/>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23" name="Google Shape;923;p27"/>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24" name="Google Shape;924;p27"/>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25" name="Google Shape;925;p27"/>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926" name="Google Shape;926;p27"/>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927" name="Google Shape;927;p27"/>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28" name="Google Shape;928;p27"/>
          <p:cNvSpPr txBox="1"/>
          <p:nvPr>
            <p:ph type="title"/>
          </p:nvPr>
        </p:nvSpPr>
        <p:spPr>
          <a:xfrm>
            <a:off x="836250" y="1569150"/>
            <a:ext cx="7471500" cy="2005200"/>
          </a:xfrm>
          <a:prstGeom prst="rect">
            <a:avLst/>
          </a:prstGeom>
        </p:spPr>
        <p:txBody>
          <a:bodyPr anchorCtr="0" anchor="t" bIns="91425" lIns="91425" spcFirstLastPara="1" rIns="91425" wrap="square" tIns="91425">
            <a:spAutoFit/>
          </a:bodyPr>
          <a:lstStyle>
            <a:lvl1pPr lvl="0" algn="ctr">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29" name="Google Shape;929;p27"/>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930" name="Shape 930"/>
        <p:cNvGrpSpPr/>
        <p:nvPr/>
      </p:nvGrpSpPr>
      <p:grpSpPr>
        <a:xfrm>
          <a:off x="0" y="0"/>
          <a:ext cx="0" cy="0"/>
          <a:chOff x="0" y="0"/>
          <a:chExt cx="0" cy="0"/>
        </a:xfrm>
      </p:grpSpPr>
      <p:sp>
        <p:nvSpPr>
          <p:cNvPr id="931" name="Google Shape;931;p28"/>
          <p:cNvSpPr txBox="1"/>
          <p:nvPr>
            <p:ph type="title"/>
          </p:nvPr>
        </p:nvSpPr>
        <p:spPr>
          <a:xfrm>
            <a:off x="311700" y="555600"/>
            <a:ext cx="2808000" cy="755700"/>
          </a:xfrm>
          <a:prstGeom prst="rect">
            <a:avLst/>
          </a:prstGeom>
        </p:spPr>
        <p:txBody>
          <a:bodyPr anchorCtr="0" anchor="b" bIns="91425" lIns="91425" spcFirstLastPara="1" rIns="91425" wrap="square" tIns="91425">
            <a:sp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32" name="Google Shape;932;p28"/>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933" name="Google Shape;933;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934" name="Shape 934"/>
        <p:cNvGrpSpPr/>
        <p:nvPr/>
      </p:nvGrpSpPr>
      <p:grpSpPr>
        <a:xfrm>
          <a:off x="0" y="0"/>
          <a:ext cx="0" cy="0"/>
          <a:chOff x="0" y="0"/>
          <a:chExt cx="0" cy="0"/>
        </a:xfrm>
      </p:grpSpPr>
      <p:sp>
        <p:nvSpPr>
          <p:cNvPr id="935" name="Google Shape;935;p2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29"/>
          <p:cNvSpPr txBox="1"/>
          <p:nvPr>
            <p:ph type="title"/>
          </p:nvPr>
        </p:nvSpPr>
        <p:spPr>
          <a:xfrm>
            <a:off x="265500" y="1233175"/>
            <a:ext cx="4045200" cy="1482300"/>
          </a:xfrm>
          <a:prstGeom prst="rect">
            <a:avLst/>
          </a:prstGeom>
        </p:spPr>
        <p:txBody>
          <a:bodyPr anchorCtr="0" anchor="b" bIns="91425" lIns="91425" spcFirstLastPara="1" rIns="91425" wrap="square" tIns="91425">
            <a:sp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937" name="Google Shape;937;p2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938" name="Google Shape;938;p2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939" name="Google Shape;939;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title and description">
  <p:cSld name="CUSTOM_1_1_1_1_1_1_1_1_1_1_2_1_1_1_1_1">
    <p:spTree>
      <p:nvGrpSpPr>
        <p:cNvPr id="940" name="Shape 940"/>
        <p:cNvGrpSpPr/>
        <p:nvPr/>
      </p:nvGrpSpPr>
      <p:grpSpPr>
        <a:xfrm>
          <a:off x="0" y="0"/>
          <a:ext cx="0" cy="0"/>
          <a:chOff x="0" y="0"/>
          <a:chExt cx="0" cy="0"/>
        </a:xfrm>
      </p:grpSpPr>
      <p:grpSp>
        <p:nvGrpSpPr>
          <p:cNvPr id="941" name="Google Shape;941;p30"/>
          <p:cNvGrpSpPr/>
          <p:nvPr/>
        </p:nvGrpSpPr>
        <p:grpSpPr>
          <a:xfrm>
            <a:off x="-6096" y="-3429"/>
            <a:ext cx="9156192" cy="5150358"/>
            <a:chOff x="0" y="0"/>
            <a:chExt cx="12192000" cy="6858000"/>
          </a:xfrm>
        </p:grpSpPr>
        <p:sp>
          <p:nvSpPr>
            <p:cNvPr id="942" name="Google Shape;942;p30"/>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43" name="Google Shape;943;p30"/>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44" name="Google Shape;944;p30"/>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45" name="Google Shape;945;p30"/>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46" name="Google Shape;946;p30"/>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47" name="Google Shape;947;p30"/>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48" name="Google Shape;948;p30"/>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49" name="Google Shape;949;p30"/>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50" name="Google Shape;950;p30"/>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51" name="Google Shape;951;p30"/>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52" name="Google Shape;952;p30"/>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53" name="Google Shape;953;p30"/>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54" name="Google Shape;954;p30"/>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55" name="Google Shape;955;p30"/>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56" name="Google Shape;956;p30"/>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57" name="Google Shape;957;p30"/>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58" name="Google Shape;958;p30"/>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59" name="Google Shape;959;p30"/>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60" name="Google Shape;960;p30"/>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61" name="Google Shape;961;p30"/>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62" name="Google Shape;962;p30"/>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63" name="Google Shape;963;p30"/>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64" name="Google Shape;964;p30"/>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65" name="Google Shape;965;p30"/>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66" name="Google Shape;966;p30"/>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67" name="Google Shape;967;p30"/>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68" name="Google Shape;968;p30"/>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69" name="Google Shape;969;p30"/>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0" name="Google Shape;970;p30"/>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1" name="Google Shape;971;p30"/>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2" name="Google Shape;972;p30"/>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3" name="Google Shape;973;p30"/>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4" name="Google Shape;974;p30"/>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5" name="Google Shape;975;p30"/>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6" name="Google Shape;976;p30"/>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7" name="Google Shape;977;p30"/>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8" name="Google Shape;978;p30"/>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9" name="Google Shape;979;p30"/>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0" name="Google Shape;980;p30"/>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1" name="Google Shape;981;p30"/>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2" name="Google Shape;982;p30"/>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3" name="Google Shape;983;p30"/>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4" name="Google Shape;984;p30"/>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5" name="Google Shape;985;p30"/>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6" name="Google Shape;986;p30"/>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7" name="Google Shape;987;p30"/>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8" name="Google Shape;988;p30"/>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9" name="Google Shape;989;p30"/>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0" name="Google Shape;990;p30"/>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1" name="Google Shape;991;p30"/>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2" name="Google Shape;992;p30"/>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3" name="Google Shape;993;p30"/>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4" name="Google Shape;994;p30"/>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5" name="Google Shape;995;p30"/>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6" name="Google Shape;996;p30"/>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7" name="Google Shape;997;p30"/>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8" name="Google Shape;998;p30"/>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9" name="Google Shape;999;p30"/>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00" name="Google Shape;1000;p30"/>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001" name="Google Shape;1001;p30"/>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1002" name="Google Shape;1002;p30"/>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03" name="Google Shape;1003;p30"/>
          <p:cNvSpPr txBox="1"/>
          <p:nvPr>
            <p:ph type="title"/>
          </p:nvPr>
        </p:nvSpPr>
        <p:spPr>
          <a:xfrm>
            <a:off x="208725" y="344175"/>
            <a:ext cx="61677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04" name="Google Shape;1004;p30"/>
          <p:cNvSpPr txBox="1"/>
          <p:nvPr>
            <p:ph idx="1" type="subTitle"/>
          </p:nvPr>
        </p:nvSpPr>
        <p:spPr>
          <a:xfrm>
            <a:off x="208725" y="2464950"/>
            <a:ext cx="3238500" cy="913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05" name="Google Shape;1005;p30"/>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USTOM_1_1_1_1_1_1_1_1_1_1_2_1_1_1_1_1_1">
    <p:spTree>
      <p:nvGrpSpPr>
        <p:cNvPr id="1006" name="Shape 1006"/>
        <p:cNvGrpSpPr/>
        <p:nvPr/>
      </p:nvGrpSpPr>
      <p:grpSpPr>
        <a:xfrm>
          <a:off x="0" y="0"/>
          <a:ext cx="0" cy="0"/>
          <a:chOff x="0" y="0"/>
          <a:chExt cx="0" cy="0"/>
        </a:xfrm>
      </p:grpSpPr>
      <p:grpSp>
        <p:nvGrpSpPr>
          <p:cNvPr id="1007" name="Google Shape;1007;p31"/>
          <p:cNvGrpSpPr/>
          <p:nvPr/>
        </p:nvGrpSpPr>
        <p:grpSpPr>
          <a:xfrm>
            <a:off x="-6096" y="-3429"/>
            <a:ext cx="9156192" cy="5150358"/>
            <a:chOff x="0" y="0"/>
            <a:chExt cx="12192000" cy="6858000"/>
          </a:xfrm>
        </p:grpSpPr>
        <p:sp>
          <p:nvSpPr>
            <p:cNvPr id="1008" name="Google Shape;1008;p31"/>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09" name="Google Shape;1009;p31"/>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0" name="Google Shape;1010;p31"/>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1" name="Google Shape;1011;p31"/>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2" name="Google Shape;1012;p31"/>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3" name="Google Shape;1013;p31"/>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4" name="Google Shape;1014;p31"/>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5" name="Google Shape;1015;p31"/>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6" name="Google Shape;1016;p31"/>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7" name="Google Shape;1017;p31"/>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8" name="Google Shape;1018;p31"/>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9" name="Google Shape;1019;p31"/>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20" name="Google Shape;1020;p31"/>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21" name="Google Shape;1021;p31"/>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22" name="Google Shape;1022;p31"/>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23" name="Google Shape;1023;p31"/>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24" name="Google Shape;1024;p31"/>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25" name="Google Shape;1025;p31"/>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26" name="Google Shape;1026;p31"/>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27" name="Google Shape;1027;p31"/>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28" name="Google Shape;1028;p31"/>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29" name="Google Shape;1029;p31"/>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0" name="Google Shape;1030;p31"/>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1" name="Google Shape;1031;p31"/>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2" name="Google Shape;1032;p31"/>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3" name="Google Shape;1033;p31"/>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4" name="Google Shape;1034;p31"/>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5" name="Google Shape;1035;p31"/>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6" name="Google Shape;1036;p31"/>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7" name="Google Shape;1037;p31"/>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8" name="Google Shape;1038;p31"/>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9" name="Google Shape;1039;p31"/>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0" name="Google Shape;1040;p31"/>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1" name="Google Shape;1041;p31"/>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2" name="Google Shape;1042;p31"/>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3" name="Google Shape;1043;p31"/>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4" name="Google Shape;1044;p31"/>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5" name="Google Shape;1045;p31"/>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6" name="Google Shape;1046;p31"/>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7" name="Google Shape;1047;p31"/>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8" name="Google Shape;1048;p31"/>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9" name="Google Shape;1049;p31"/>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0" name="Google Shape;1050;p31"/>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1" name="Google Shape;1051;p31"/>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2" name="Google Shape;1052;p31"/>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3" name="Google Shape;1053;p31"/>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4" name="Google Shape;1054;p31"/>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5" name="Google Shape;1055;p31"/>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6" name="Google Shape;1056;p31"/>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7" name="Google Shape;1057;p31"/>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8" name="Google Shape;1058;p31"/>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9" name="Google Shape;1059;p31"/>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60" name="Google Shape;1060;p31"/>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61" name="Google Shape;1061;p31"/>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62" name="Google Shape;1062;p31"/>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63" name="Google Shape;1063;p31"/>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64" name="Google Shape;1064;p31"/>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65" name="Google Shape;1065;p31"/>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66" name="Google Shape;1066;p31"/>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067" name="Google Shape;1067;p31"/>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1068" name="Google Shape;1068;p31"/>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9" name="Google Shape;1069;p31"/>
          <p:cNvSpPr txBox="1"/>
          <p:nvPr>
            <p:ph idx="1" type="body"/>
          </p:nvPr>
        </p:nvSpPr>
        <p:spPr>
          <a:xfrm>
            <a:off x="1578900" y="1135050"/>
            <a:ext cx="5986200" cy="2873400"/>
          </a:xfrm>
          <a:prstGeom prst="rect">
            <a:avLst/>
          </a:prstGeom>
        </p:spPr>
        <p:txBody>
          <a:bodyPr anchorCtr="0" anchor="t" bIns="91425" lIns="91425" spcFirstLastPara="1" rIns="91425" wrap="square" tIns="91425">
            <a:noAutofit/>
          </a:bodyPr>
          <a:lstStyle>
            <a:lvl1pPr indent="-279400" lvl="0" marL="457200" algn="ctr">
              <a:spcBef>
                <a:spcPts val="0"/>
              </a:spcBef>
              <a:spcAft>
                <a:spcPts val="0"/>
              </a:spcAft>
              <a:buSzPts val="800"/>
              <a:buChar char="●"/>
              <a:defRPr/>
            </a:lvl1pPr>
            <a:lvl2pPr indent="-279400" lvl="1" marL="914400" algn="ctr">
              <a:spcBef>
                <a:spcPts val="0"/>
              </a:spcBef>
              <a:spcAft>
                <a:spcPts val="0"/>
              </a:spcAft>
              <a:buSzPts val="800"/>
              <a:buChar char="○"/>
              <a:defRPr/>
            </a:lvl2pPr>
            <a:lvl3pPr indent="-279400" lvl="2" marL="1371600" algn="ctr">
              <a:spcBef>
                <a:spcPts val="0"/>
              </a:spcBef>
              <a:spcAft>
                <a:spcPts val="0"/>
              </a:spcAft>
              <a:buSzPts val="800"/>
              <a:buChar char="■"/>
              <a:defRPr/>
            </a:lvl3pPr>
            <a:lvl4pPr indent="-279400" lvl="3" marL="1828800" algn="ctr">
              <a:spcBef>
                <a:spcPts val="0"/>
              </a:spcBef>
              <a:spcAft>
                <a:spcPts val="0"/>
              </a:spcAft>
              <a:buSzPts val="800"/>
              <a:buChar char="●"/>
              <a:defRPr/>
            </a:lvl4pPr>
            <a:lvl5pPr indent="-279400" lvl="4" marL="2286000" algn="ctr">
              <a:spcBef>
                <a:spcPts val="0"/>
              </a:spcBef>
              <a:spcAft>
                <a:spcPts val="0"/>
              </a:spcAft>
              <a:buSzPts val="800"/>
              <a:buChar char="○"/>
              <a:defRPr/>
            </a:lvl5pPr>
            <a:lvl6pPr indent="-279400" lvl="5" marL="2743200" algn="ctr">
              <a:spcBef>
                <a:spcPts val="0"/>
              </a:spcBef>
              <a:spcAft>
                <a:spcPts val="0"/>
              </a:spcAft>
              <a:buSzPts val="800"/>
              <a:buChar char="■"/>
              <a:defRPr/>
            </a:lvl6pPr>
            <a:lvl7pPr indent="-279400" lvl="6" marL="3200400" algn="ctr">
              <a:spcBef>
                <a:spcPts val="0"/>
              </a:spcBef>
              <a:spcAft>
                <a:spcPts val="0"/>
              </a:spcAft>
              <a:buSzPts val="800"/>
              <a:buChar char="●"/>
              <a:defRPr/>
            </a:lvl7pPr>
            <a:lvl8pPr indent="-279400" lvl="7" marL="3657600" algn="ctr">
              <a:spcBef>
                <a:spcPts val="0"/>
              </a:spcBef>
              <a:spcAft>
                <a:spcPts val="0"/>
              </a:spcAft>
              <a:buSzPts val="800"/>
              <a:buChar char="○"/>
              <a:defRPr/>
            </a:lvl8pPr>
            <a:lvl9pPr indent="-279400" lvl="8" marL="4114800" algn="ctr">
              <a:spcBef>
                <a:spcPts val="0"/>
              </a:spcBef>
              <a:spcAft>
                <a:spcPts val="0"/>
              </a:spcAft>
              <a:buSzPts val="800"/>
              <a:buChar char="■"/>
              <a:defRPr/>
            </a:lvl9pPr>
          </a:lstStyle>
          <a:p/>
        </p:txBody>
      </p:sp>
      <p:sp>
        <p:nvSpPr>
          <p:cNvPr id="1070" name="Google Shape;1070;p31"/>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CUSTOM_1_1_1_1_1_1_1_1_1_1_2_1_1_1_1_1_1_1">
    <p:spTree>
      <p:nvGrpSpPr>
        <p:cNvPr id="1071" name="Shape 1071"/>
        <p:cNvGrpSpPr/>
        <p:nvPr/>
      </p:nvGrpSpPr>
      <p:grpSpPr>
        <a:xfrm>
          <a:off x="0" y="0"/>
          <a:ext cx="0" cy="0"/>
          <a:chOff x="0" y="0"/>
          <a:chExt cx="0" cy="0"/>
        </a:xfrm>
      </p:grpSpPr>
      <p:grpSp>
        <p:nvGrpSpPr>
          <p:cNvPr id="1072" name="Google Shape;1072;p32"/>
          <p:cNvGrpSpPr/>
          <p:nvPr/>
        </p:nvGrpSpPr>
        <p:grpSpPr>
          <a:xfrm>
            <a:off x="-6096" y="-3429"/>
            <a:ext cx="9156192" cy="5150358"/>
            <a:chOff x="0" y="0"/>
            <a:chExt cx="12192000" cy="6858000"/>
          </a:xfrm>
        </p:grpSpPr>
        <p:sp>
          <p:nvSpPr>
            <p:cNvPr id="1073" name="Google Shape;1073;p32"/>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74" name="Google Shape;1074;p32"/>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75" name="Google Shape;1075;p32"/>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76" name="Google Shape;1076;p32"/>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77" name="Google Shape;1077;p32"/>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78" name="Google Shape;1078;p32"/>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79" name="Google Shape;1079;p32"/>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80" name="Google Shape;1080;p32"/>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81" name="Google Shape;1081;p32"/>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82" name="Google Shape;1082;p32"/>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83" name="Google Shape;1083;p32"/>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84" name="Google Shape;1084;p32"/>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85" name="Google Shape;1085;p32"/>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86" name="Google Shape;1086;p32"/>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87" name="Google Shape;1087;p32"/>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88" name="Google Shape;1088;p32"/>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89" name="Google Shape;1089;p32"/>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90" name="Google Shape;1090;p32"/>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91" name="Google Shape;1091;p32"/>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92" name="Google Shape;1092;p32"/>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93" name="Google Shape;1093;p32"/>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94" name="Google Shape;1094;p32"/>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95" name="Google Shape;1095;p32"/>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96" name="Google Shape;1096;p32"/>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97" name="Google Shape;1097;p32"/>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98" name="Google Shape;1098;p32"/>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99" name="Google Shape;1099;p32"/>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0" name="Google Shape;1100;p32"/>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1" name="Google Shape;1101;p32"/>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2" name="Google Shape;1102;p32"/>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3" name="Google Shape;1103;p32"/>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4" name="Google Shape;1104;p32"/>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5" name="Google Shape;1105;p32"/>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6" name="Google Shape;1106;p32"/>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7" name="Google Shape;1107;p32"/>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8" name="Google Shape;1108;p32"/>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9" name="Google Shape;1109;p32"/>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0" name="Google Shape;1110;p32"/>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1" name="Google Shape;1111;p32"/>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2" name="Google Shape;1112;p32"/>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3" name="Google Shape;1113;p32"/>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4" name="Google Shape;1114;p32"/>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5" name="Google Shape;1115;p32"/>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6" name="Google Shape;1116;p32"/>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7" name="Google Shape;1117;p32"/>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8" name="Google Shape;1118;p32"/>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9" name="Google Shape;1119;p32"/>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0" name="Google Shape;1120;p32"/>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1" name="Google Shape;1121;p32"/>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2" name="Google Shape;1122;p32"/>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3" name="Google Shape;1123;p32"/>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4" name="Google Shape;1124;p32"/>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5" name="Google Shape;1125;p32"/>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6" name="Google Shape;1126;p32"/>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7" name="Google Shape;1127;p32"/>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8" name="Google Shape;1128;p32"/>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9" name="Google Shape;1129;p32"/>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30" name="Google Shape;1130;p32"/>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31" name="Google Shape;1131;p32"/>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132" name="Google Shape;1132;p32"/>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1133" name="Google Shape;1133;p32"/>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4" name="Google Shape;1134;p32"/>
          <p:cNvSpPr txBox="1"/>
          <p:nvPr>
            <p:ph idx="1" type="body"/>
          </p:nvPr>
        </p:nvSpPr>
        <p:spPr>
          <a:xfrm>
            <a:off x="2919350" y="1423650"/>
            <a:ext cx="5986200" cy="287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135" name="Google Shape;1135;p32"/>
          <p:cNvSpPr txBox="1"/>
          <p:nvPr>
            <p:ph type="title"/>
          </p:nvPr>
        </p:nvSpPr>
        <p:spPr>
          <a:xfrm>
            <a:off x="221150" y="1423650"/>
            <a:ext cx="2510100" cy="2296200"/>
          </a:xfrm>
          <a:prstGeom prst="rect">
            <a:avLst/>
          </a:prstGeom>
        </p:spPr>
        <p:txBody>
          <a:bodyPr anchorCtr="0" anchor="t" bIns="91425" lIns="91425" spcFirstLastPara="1" rIns="91425" wrap="square" tIns="91425">
            <a:spAutoFit/>
          </a:bodyPr>
          <a:lstStyle>
            <a:lvl1pPr lvl="0">
              <a:spcBef>
                <a:spcPts val="0"/>
              </a:spcBef>
              <a:spcAft>
                <a:spcPts val="0"/>
              </a:spcAft>
              <a:buSzPts val="4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36" name="Google Shape;1136;p32"/>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ith grid">
  <p:cSld name="CUSTOM_1_1_1_1_1_1_1_1_1_1_2_1_1_1_1_1_1_1_1">
    <p:spTree>
      <p:nvGrpSpPr>
        <p:cNvPr id="1137" name="Shape 1137"/>
        <p:cNvGrpSpPr/>
        <p:nvPr/>
      </p:nvGrpSpPr>
      <p:grpSpPr>
        <a:xfrm>
          <a:off x="0" y="0"/>
          <a:ext cx="0" cy="0"/>
          <a:chOff x="0" y="0"/>
          <a:chExt cx="0" cy="0"/>
        </a:xfrm>
      </p:grpSpPr>
      <p:grpSp>
        <p:nvGrpSpPr>
          <p:cNvPr id="1138" name="Google Shape;1138;p33"/>
          <p:cNvGrpSpPr/>
          <p:nvPr/>
        </p:nvGrpSpPr>
        <p:grpSpPr>
          <a:xfrm>
            <a:off x="-6096" y="-3429"/>
            <a:ext cx="9156192" cy="5150358"/>
            <a:chOff x="0" y="0"/>
            <a:chExt cx="12192000" cy="6858000"/>
          </a:xfrm>
        </p:grpSpPr>
        <p:sp>
          <p:nvSpPr>
            <p:cNvPr id="1139" name="Google Shape;1139;p33"/>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40" name="Google Shape;1140;p33"/>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41" name="Google Shape;1141;p33"/>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42" name="Google Shape;1142;p33"/>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43" name="Google Shape;1143;p33"/>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44" name="Google Shape;1144;p33"/>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45" name="Google Shape;1145;p33"/>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46" name="Google Shape;1146;p33"/>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47" name="Google Shape;1147;p33"/>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48" name="Google Shape;1148;p33"/>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49" name="Google Shape;1149;p33"/>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50" name="Google Shape;1150;p33"/>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51" name="Google Shape;1151;p33"/>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52" name="Google Shape;1152;p33"/>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53" name="Google Shape;1153;p33"/>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54" name="Google Shape;1154;p33"/>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55" name="Google Shape;1155;p33"/>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56" name="Google Shape;1156;p33"/>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57" name="Google Shape;1157;p33"/>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58" name="Google Shape;1158;p33"/>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59" name="Google Shape;1159;p33"/>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60" name="Google Shape;1160;p33"/>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61" name="Google Shape;1161;p33"/>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62" name="Google Shape;1162;p33"/>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63" name="Google Shape;1163;p33"/>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64" name="Google Shape;1164;p33"/>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65" name="Google Shape;1165;p33"/>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66" name="Google Shape;1166;p33"/>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67" name="Google Shape;1167;p33"/>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68" name="Google Shape;1168;p33"/>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69" name="Google Shape;1169;p33"/>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0" name="Google Shape;1170;p33"/>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1" name="Google Shape;1171;p33"/>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2" name="Google Shape;1172;p33"/>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3" name="Google Shape;1173;p33"/>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4" name="Google Shape;1174;p33"/>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5" name="Google Shape;1175;p33"/>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6" name="Google Shape;1176;p33"/>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7" name="Google Shape;1177;p33"/>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8" name="Google Shape;1178;p33"/>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9" name="Google Shape;1179;p33"/>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0" name="Google Shape;1180;p33"/>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1" name="Google Shape;1181;p33"/>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2" name="Google Shape;1182;p33"/>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3" name="Google Shape;1183;p33"/>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4" name="Google Shape;1184;p33"/>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5" name="Google Shape;1185;p33"/>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6" name="Google Shape;1186;p33"/>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7" name="Google Shape;1187;p33"/>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8" name="Google Shape;1188;p33"/>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9" name="Google Shape;1189;p33"/>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90" name="Google Shape;1190;p33"/>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91" name="Google Shape;1191;p33"/>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92" name="Google Shape;1192;p33"/>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93" name="Google Shape;1193;p33"/>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94" name="Google Shape;1194;p33"/>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95" name="Google Shape;1195;p33"/>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96" name="Google Shape;1196;p33"/>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97" name="Google Shape;1197;p33"/>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198" name="Google Shape;1198;p33"/>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1199" name="Google Shape;1199;p33"/>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0" name="Google Shape;1200;p33"/>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_1_1_1_1_1_1_1_1_1_1_2_1_1_1_1_1_1_1_1_1">
    <p:spTree>
      <p:nvGrpSpPr>
        <p:cNvPr id="1201" name="Shape 1201"/>
        <p:cNvGrpSpPr/>
        <p:nvPr/>
      </p:nvGrpSpPr>
      <p:grpSpPr>
        <a:xfrm>
          <a:off x="0" y="0"/>
          <a:ext cx="0" cy="0"/>
          <a:chOff x="0" y="0"/>
          <a:chExt cx="0" cy="0"/>
        </a:xfrm>
      </p:grpSpPr>
      <p:sp>
        <p:nvSpPr>
          <p:cNvPr id="1202" name="Google Shape;1202;p34"/>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1203" name="Google Shape;1203;p34"/>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4" name="Google Shape;1204;p34"/>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1_1_1_1_1_1_1_1_1_1_2_1_1_1_1_1_1_1_1_1_1">
    <p:spTree>
      <p:nvGrpSpPr>
        <p:cNvPr id="1205" name="Shape 1205"/>
        <p:cNvGrpSpPr/>
        <p:nvPr/>
      </p:nvGrpSpPr>
      <p:grpSpPr>
        <a:xfrm>
          <a:off x="0" y="0"/>
          <a:ext cx="0" cy="0"/>
          <a:chOff x="0" y="0"/>
          <a:chExt cx="0" cy="0"/>
        </a:xfrm>
      </p:grpSpPr>
      <p:sp>
        <p:nvSpPr>
          <p:cNvPr id="1206" name="Google Shape;1206;p35"/>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grpSp>
        <p:nvGrpSpPr>
          <p:cNvPr id="1207" name="Google Shape;1207;p35"/>
          <p:cNvGrpSpPr/>
          <p:nvPr/>
        </p:nvGrpSpPr>
        <p:grpSpPr>
          <a:xfrm>
            <a:off x="-6096" y="-3429"/>
            <a:ext cx="9156192" cy="5150358"/>
            <a:chOff x="0" y="0"/>
            <a:chExt cx="12192000" cy="6858000"/>
          </a:xfrm>
        </p:grpSpPr>
        <p:sp>
          <p:nvSpPr>
            <p:cNvPr id="1208" name="Google Shape;1208;p35"/>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09" name="Google Shape;1209;p35"/>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10" name="Google Shape;1210;p35"/>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11" name="Google Shape;1211;p35"/>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12" name="Google Shape;1212;p35"/>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13" name="Google Shape;1213;p35"/>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14" name="Google Shape;1214;p35"/>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15" name="Google Shape;1215;p35"/>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16" name="Google Shape;1216;p35"/>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17" name="Google Shape;1217;p35"/>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18" name="Google Shape;1218;p35"/>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19" name="Google Shape;1219;p35"/>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20" name="Google Shape;1220;p35"/>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21" name="Google Shape;1221;p35"/>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22" name="Google Shape;1222;p35"/>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23" name="Google Shape;1223;p35"/>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24" name="Google Shape;1224;p35"/>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25" name="Google Shape;1225;p35"/>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26" name="Google Shape;1226;p35"/>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27" name="Google Shape;1227;p35"/>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28" name="Google Shape;1228;p35"/>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29" name="Google Shape;1229;p35"/>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30" name="Google Shape;1230;p35"/>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31" name="Google Shape;1231;p35"/>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32" name="Google Shape;1232;p35"/>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33" name="Google Shape;1233;p35"/>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34" name="Google Shape;1234;p35"/>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35" name="Google Shape;1235;p35"/>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36" name="Google Shape;1236;p35"/>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37" name="Google Shape;1237;p35"/>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38" name="Google Shape;1238;p35"/>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39" name="Google Shape;1239;p35"/>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40" name="Google Shape;1240;p35"/>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41" name="Google Shape;1241;p35"/>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42" name="Google Shape;1242;p35"/>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43" name="Google Shape;1243;p35"/>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44" name="Google Shape;1244;p35"/>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45" name="Google Shape;1245;p35"/>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46" name="Google Shape;1246;p35"/>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47" name="Google Shape;1247;p35"/>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48" name="Google Shape;1248;p35"/>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49" name="Google Shape;1249;p35"/>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50" name="Google Shape;1250;p35"/>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51" name="Google Shape;1251;p35"/>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52" name="Google Shape;1252;p35"/>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53" name="Google Shape;1253;p35"/>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54" name="Google Shape;1254;p35"/>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55" name="Google Shape;1255;p35"/>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56" name="Google Shape;1256;p35"/>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57" name="Google Shape;1257;p35"/>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58" name="Google Shape;1258;p35"/>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59" name="Google Shape;1259;p35"/>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60" name="Google Shape;1260;p35"/>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61" name="Google Shape;1261;p35"/>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62" name="Google Shape;1262;p35"/>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63" name="Google Shape;1263;p35"/>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64" name="Google Shape;1264;p35"/>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65" name="Google Shape;1265;p35"/>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66" name="Google Shape;1266;p35"/>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267" name="Google Shape;1267;p35"/>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68" name="Google Shape;1268;p35"/>
          <p:cNvSpPr txBox="1"/>
          <p:nvPr>
            <p:ph type="title"/>
          </p:nvPr>
        </p:nvSpPr>
        <p:spPr>
          <a:xfrm>
            <a:off x="208725" y="344175"/>
            <a:ext cx="61677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69" name="Google Shape;1269;p35"/>
          <p:cNvSpPr txBox="1"/>
          <p:nvPr>
            <p:ph idx="1" type="subTitle"/>
          </p:nvPr>
        </p:nvSpPr>
        <p:spPr>
          <a:xfrm>
            <a:off x="208725" y="2464950"/>
            <a:ext cx="2580900" cy="7200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70" name="Google Shape;1270;p35"/>
          <p:cNvSpPr txBox="1"/>
          <p:nvPr>
            <p:ph idx="2" type="subTitle"/>
          </p:nvPr>
        </p:nvSpPr>
        <p:spPr>
          <a:xfrm>
            <a:off x="3281550" y="2464950"/>
            <a:ext cx="2580900" cy="7200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71" name="Google Shape;1271;p35"/>
          <p:cNvSpPr txBox="1"/>
          <p:nvPr>
            <p:ph idx="3" type="subTitle"/>
          </p:nvPr>
        </p:nvSpPr>
        <p:spPr>
          <a:xfrm>
            <a:off x="6354375" y="2464950"/>
            <a:ext cx="2580900" cy="7200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72" name="Google Shape;1272;p35"/>
          <p:cNvSpPr txBox="1"/>
          <p:nvPr>
            <p:ph idx="4" type="subTitle"/>
          </p:nvPr>
        </p:nvSpPr>
        <p:spPr>
          <a:xfrm>
            <a:off x="208725" y="3659899"/>
            <a:ext cx="2580900" cy="7200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73" name="Google Shape;1273;p35"/>
          <p:cNvSpPr txBox="1"/>
          <p:nvPr>
            <p:ph idx="5" type="subTitle"/>
          </p:nvPr>
        </p:nvSpPr>
        <p:spPr>
          <a:xfrm>
            <a:off x="3281550" y="3659899"/>
            <a:ext cx="2580900" cy="7200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74" name="Google Shape;1274;p35"/>
          <p:cNvSpPr txBox="1"/>
          <p:nvPr>
            <p:ph idx="6" type="subTitle"/>
          </p:nvPr>
        </p:nvSpPr>
        <p:spPr>
          <a:xfrm>
            <a:off x="6354375" y="3659899"/>
            <a:ext cx="2580900" cy="7200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75" name="Google Shape;1275;p35"/>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1_1_1_1_1_1_1_1_1_1_2_1_1_1_1_1_1_1_1_1_1_1">
    <p:spTree>
      <p:nvGrpSpPr>
        <p:cNvPr id="1276" name="Shape 1276"/>
        <p:cNvGrpSpPr/>
        <p:nvPr/>
      </p:nvGrpSpPr>
      <p:grpSpPr>
        <a:xfrm>
          <a:off x="0" y="0"/>
          <a:ext cx="0" cy="0"/>
          <a:chOff x="0" y="0"/>
          <a:chExt cx="0" cy="0"/>
        </a:xfrm>
      </p:grpSpPr>
      <p:sp>
        <p:nvSpPr>
          <p:cNvPr id="1277" name="Google Shape;1277;p36"/>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grpSp>
        <p:nvGrpSpPr>
          <p:cNvPr id="1278" name="Google Shape;1278;p36"/>
          <p:cNvGrpSpPr/>
          <p:nvPr/>
        </p:nvGrpSpPr>
        <p:grpSpPr>
          <a:xfrm>
            <a:off x="-6096" y="-3429"/>
            <a:ext cx="9156192" cy="5150358"/>
            <a:chOff x="0" y="0"/>
            <a:chExt cx="12192000" cy="6858000"/>
          </a:xfrm>
        </p:grpSpPr>
        <p:sp>
          <p:nvSpPr>
            <p:cNvPr id="1279" name="Google Shape;1279;p36"/>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80" name="Google Shape;1280;p36"/>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81" name="Google Shape;1281;p36"/>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82" name="Google Shape;1282;p36"/>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83" name="Google Shape;1283;p36"/>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84" name="Google Shape;1284;p36"/>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85" name="Google Shape;1285;p36"/>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86" name="Google Shape;1286;p36"/>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87" name="Google Shape;1287;p36"/>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88" name="Google Shape;1288;p36"/>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89" name="Google Shape;1289;p36"/>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90" name="Google Shape;1290;p36"/>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91" name="Google Shape;1291;p36"/>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92" name="Google Shape;1292;p36"/>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93" name="Google Shape;1293;p36"/>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94" name="Google Shape;1294;p36"/>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95" name="Google Shape;1295;p36"/>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96" name="Google Shape;1296;p36"/>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97" name="Google Shape;1297;p36"/>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98" name="Google Shape;1298;p36"/>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99" name="Google Shape;1299;p36"/>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00" name="Google Shape;1300;p36"/>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01" name="Google Shape;1301;p36"/>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02" name="Google Shape;1302;p36"/>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03" name="Google Shape;1303;p36"/>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04" name="Google Shape;1304;p36"/>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05" name="Google Shape;1305;p36"/>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06" name="Google Shape;1306;p36"/>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07" name="Google Shape;1307;p36"/>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08" name="Google Shape;1308;p36"/>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09" name="Google Shape;1309;p36"/>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10" name="Google Shape;1310;p36"/>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11" name="Google Shape;1311;p36"/>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12" name="Google Shape;1312;p36"/>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13" name="Google Shape;1313;p36"/>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14" name="Google Shape;1314;p36"/>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15" name="Google Shape;1315;p36"/>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16" name="Google Shape;1316;p36"/>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17" name="Google Shape;1317;p36"/>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18" name="Google Shape;1318;p36"/>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19" name="Google Shape;1319;p36"/>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20" name="Google Shape;1320;p36"/>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21" name="Google Shape;1321;p36"/>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22" name="Google Shape;1322;p36"/>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23" name="Google Shape;1323;p36"/>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24" name="Google Shape;1324;p36"/>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25" name="Google Shape;1325;p36"/>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26" name="Google Shape;1326;p36"/>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27" name="Google Shape;1327;p36"/>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28" name="Google Shape;1328;p36"/>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29" name="Google Shape;1329;p36"/>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30" name="Google Shape;1330;p36"/>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31" name="Google Shape;1331;p36"/>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32" name="Google Shape;1332;p36"/>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33" name="Google Shape;1333;p36"/>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34" name="Google Shape;1334;p36"/>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35" name="Google Shape;1335;p36"/>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36" name="Google Shape;1336;p36"/>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37" name="Google Shape;1337;p36"/>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338" name="Google Shape;1338;p36"/>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39" name="Google Shape;1339;p36"/>
          <p:cNvSpPr txBox="1"/>
          <p:nvPr>
            <p:ph type="title"/>
          </p:nvPr>
        </p:nvSpPr>
        <p:spPr>
          <a:xfrm>
            <a:off x="208725" y="344175"/>
            <a:ext cx="61677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40" name="Google Shape;1340;p36"/>
          <p:cNvSpPr txBox="1"/>
          <p:nvPr>
            <p:ph idx="1" type="body"/>
          </p:nvPr>
        </p:nvSpPr>
        <p:spPr>
          <a:xfrm>
            <a:off x="208725" y="2304400"/>
            <a:ext cx="3352800" cy="191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341" name="Google Shape;1341;p36"/>
          <p:cNvSpPr/>
          <p:nvPr>
            <p:ph idx="2" type="pic"/>
          </p:nvPr>
        </p:nvSpPr>
        <p:spPr>
          <a:xfrm>
            <a:off x="3769050" y="2304400"/>
            <a:ext cx="5156700" cy="2568600"/>
          </a:xfrm>
          <a:prstGeom prst="roundRect">
            <a:avLst>
              <a:gd fmla="val 4123" name="adj"/>
            </a:avLst>
          </a:prstGeom>
          <a:noFill/>
          <a:ln>
            <a:noFill/>
          </a:ln>
        </p:spPr>
      </p:sp>
      <p:sp>
        <p:nvSpPr>
          <p:cNvPr id="1342" name="Google Shape;1342;p36"/>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_1_1_1_1_1_1_1_1_1_2_1_1_1_1_1_1_1_1_1_1_1_1">
    <p:spTree>
      <p:nvGrpSpPr>
        <p:cNvPr id="1343" name="Shape 1343"/>
        <p:cNvGrpSpPr/>
        <p:nvPr/>
      </p:nvGrpSpPr>
      <p:grpSpPr>
        <a:xfrm>
          <a:off x="0" y="0"/>
          <a:ext cx="0" cy="0"/>
          <a:chOff x="0" y="0"/>
          <a:chExt cx="0" cy="0"/>
        </a:xfrm>
      </p:grpSpPr>
      <p:sp>
        <p:nvSpPr>
          <p:cNvPr id="1344" name="Google Shape;1344;p37"/>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grpSp>
        <p:nvGrpSpPr>
          <p:cNvPr id="1345" name="Google Shape;1345;p37"/>
          <p:cNvGrpSpPr/>
          <p:nvPr/>
        </p:nvGrpSpPr>
        <p:grpSpPr>
          <a:xfrm>
            <a:off x="-6096" y="-3429"/>
            <a:ext cx="9156192" cy="5150358"/>
            <a:chOff x="0" y="0"/>
            <a:chExt cx="12192000" cy="6858000"/>
          </a:xfrm>
        </p:grpSpPr>
        <p:sp>
          <p:nvSpPr>
            <p:cNvPr id="1346" name="Google Shape;1346;p37"/>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47" name="Google Shape;1347;p37"/>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48" name="Google Shape;1348;p37"/>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49" name="Google Shape;1349;p37"/>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50" name="Google Shape;1350;p37"/>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51" name="Google Shape;1351;p37"/>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52" name="Google Shape;1352;p37"/>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53" name="Google Shape;1353;p37"/>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54" name="Google Shape;1354;p37"/>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55" name="Google Shape;1355;p37"/>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56" name="Google Shape;1356;p37"/>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57" name="Google Shape;1357;p37"/>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58" name="Google Shape;1358;p37"/>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59" name="Google Shape;1359;p37"/>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60" name="Google Shape;1360;p37"/>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61" name="Google Shape;1361;p37"/>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62" name="Google Shape;1362;p37"/>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63" name="Google Shape;1363;p37"/>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64" name="Google Shape;1364;p37"/>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65" name="Google Shape;1365;p37"/>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66" name="Google Shape;1366;p37"/>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67" name="Google Shape;1367;p37"/>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68" name="Google Shape;1368;p37"/>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69" name="Google Shape;1369;p37"/>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70" name="Google Shape;1370;p37"/>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71" name="Google Shape;1371;p37"/>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72" name="Google Shape;1372;p37"/>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73" name="Google Shape;1373;p37"/>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74" name="Google Shape;1374;p37"/>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75" name="Google Shape;1375;p37"/>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76" name="Google Shape;1376;p37"/>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77" name="Google Shape;1377;p37"/>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78" name="Google Shape;1378;p37"/>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79" name="Google Shape;1379;p37"/>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0" name="Google Shape;1380;p37"/>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1" name="Google Shape;1381;p37"/>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2" name="Google Shape;1382;p37"/>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3" name="Google Shape;1383;p37"/>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4" name="Google Shape;1384;p37"/>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5" name="Google Shape;1385;p37"/>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6" name="Google Shape;1386;p37"/>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7" name="Google Shape;1387;p37"/>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8" name="Google Shape;1388;p37"/>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9" name="Google Shape;1389;p37"/>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90" name="Google Shape;1390;p37"/>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91" name="Google Shape;1391;p37"/>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92" name="Google Shape;1392;p37"/>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93" name="Google Shape;1393;p37"/>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94" name="Google Shape;1394;p37"/>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95" name="Google Shape;1395;p37"/>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96" name="Google Shape;1396;p37"/>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97" name="Google Shape;1397;p37"/>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98" name="Google Shape;1398;p37"/>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99" name="Google Shape;1399;p37"/>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00" name="Google Shape;1400;p37"/>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01" name="Google Shape;1401;p37"/>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02" name="Google Shape;1402;p37"/>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03" name="Google Shape;1403;p37"/>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04" name="Google Shape;1404;p37"/>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405" name="Google Shape;1405;p37"/>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06" name="Google Shape;1406;p37"/>
          <p:cNvSpPr txBox="1"/>
          <p:nvPr>
            <p:ph type="title"/>
          </p:nvPr>
        </p:nvSpPr>
        <p:spPr>
          <a:xfrm>
            <a:off x="208725" y="344175"/>
            <a:ext cx="61677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07" name="Google Shape;1407;p37"/>
          <p:cNvSpPr txBox="1"/>
          <p:nvPr>
            <p:ph idx="1" type="body"/>
          </p:nvPr>
        </p:nvSpPr>
        <p:spPr>
          <a:xfrm>
            <a:off x="1173600" y="2751950"/>
            <a:ext cx="3054300" cy="191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408" name="Google Shape;1408;p37"/>
          <p:cNvSpPr txBox="1"/>
          <p:nvPr>
            <p:ph idx="2" type="subTitle"/>
          </p:nvPr>
        </p:nvSpPr>
        <p:spPr>
          <a:xfrm>
            <a:off x="1173600" y="2160100"/>
            <a:ext cx="3054300" cy="5229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09" name="Google Shape;1409;p37"/>
          <p:cNvSpPr txBox="1"/>
          <p:nvPr>
            <p:ph idx="3" type="body"/>
          </p:nvPr>
        </p:nvSpPr>
        <p:spPr>
          <a:xfrm>
            <a:off x="4916100" y="2751950"/>
            <a:ext cx="3054300" cy="191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410" name="Google Shape;1410;p37"/>
          <p:cNvSpPr txBox="1"/>
          <p:nvPr>
            <p:ph idx="4" type="subTitle"/>
          </p:nvPr>
        </p:nvSpPr>
        <p:spPr>
          <a:xfrm>
            <a:off x="4916100" y="2160100"/>
            <a:ext cx="3054300" cy="5229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11" name="Google Shape;1411;p37"/>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1_1_1_1_1_1_1_1_1_1_2_1_1_1_1_1_1_1_1_1_1_1_1_1">
    <p:spTree>
      <p:nvGrpSpPr>
        <p:cNvPr id="1412" name="Shape 1412"/>
        <p:cNvGrpSpPr/>
        <p:nvPr/>
      </p:nvGrpSpPr>
      <p:grpSpPr>
        <a:xfrm>
          <a:off x="0" y="0"/>
          <a:ext cx="0" cy="0"/>
          <a:chOff x="0" y="0"/>
          <a:chExt cx="0" cy="0"/>
        </a:xfrm>
      </p:grpSpPr>
      <p:sp>
        <p:nvSpPr>
          <p:cNvPr id="1413" name="Google Shape;1413;p38"/>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grpSp>
        <p:nvGrpSpPr>
          <p:cNvPr id="1414" name="Google Shape;1414;p38"/>
          <p:cNvGrpSpPr/>
          <p:nvPr/>
        </p:nvGrpSpPr>
        <p:grpSpPr>
          <a:xfrm>
            <a:off x="-6096" y="-3429"/>
            <a:ext cx="9156192" cy="5150358"/>
            <a:chOff x="0" y="0"/>
            <a:chExt cx="12192000" cy="6858000"/>
          </a:xfrm>
        </p:grpSpPr>
        <p:sp>
          <p:nvSpPr>
            <p:cNvPr id="1415" name="Google Shape;1415;p38"/>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16" name="Google Shape;1416;p38"/>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17" name="Google Shape;1417;p38"/>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18" name="Google Shape;1418;p38"/>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19" name="Google Shape;1419;p38"/>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20" name="Google Shape;1420;p38"/>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21" name="Google Shape;1421;p38"/>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22" name="Google Shape;1422;p38"/>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23" name="Google Shape;1423;p38"/>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24" name="Google Shape;1424;p38"/>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25" name="Google Shape;1425;p38"/>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26" name="Google Shape;1426;p38"/>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27" name="Google Shape;1427;p38"/>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28" name="Google Shape;1428;p38"/>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29" name="Google Shape;1429;p38"/>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30" name="Google Shape;1430;p38"/>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31" name="Google Shape;1431;p38"/>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32" name="Google Shape;1432;p38"/>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33" name="Google Shape;1433;p38"/>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34" name="Google Shape;1434;p38"/>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35" name="Google Shape;1435;p38"/>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36" name="Google Shape;1436;p38"/>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37" name="Google Shape;1437;p38"/>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38" name="Google Shape;1438;p38"/>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39" name="Google Shape;1439;p38"/>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40" name="Google Shape;1440;p38"/>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41" name="Google Shape;1441;p38"/>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42" name="Google Shape;1442;p38"/>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43" name="Google Shape;1443;p38"/>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44" name="Google Shape;1444;p38"/>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45" name="Google Shape;1445;p38"/>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46" name="Google Shape;1446;p38"/>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47" name="Google Shape;1447;p38"/>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48" name="Google Shape;1448;p38"/>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49" name="Google Shape;1449;p38"/>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50" name="Google Shape;1450;p38"/>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51" name="Google Shape;1451;p38"/>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52" name="Google Shape;1452;p38"/>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53" name="Google Shape;1453;p38"/>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54" name="Google Shape;1454;p38"/>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55" name="Google Shape;1455;p38"/>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56" name="Google Shape;1456;p38"/>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57" name="Google Shape;1457;p38"/>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58" name="Google Shape;1458;p38"/>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59" name="Google Shape;1459;p38"/>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60" name="Google Shape;1460;p38"/>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61" name="Google Shape;1461;p38"/>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62" name="Google Shape;1462;p38"/>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63" name="Google Shape;1463;p38"/>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64" name="Google Shape;1464;p38"/>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65" name="Google Shape;1465;p38"/>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66" name="Google Shape;1466;p38"/>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67" name="Google Shape;1467;p38"/>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68" name="Google Shape;1468;p38"/>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69" name="Google Shape;1469;p38"/>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70" name="Google Shape;1470;p38"/>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71" name="Google Shape;1471;p38"/>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72" name="Google Shape;1472;p38"/>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73" name="Google Shape;1473;p38"/>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474" name="Google Shape;1474;p38"/>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75" name="Google Shape;1475;p38"/>
          <p:cNvSpPr txBox="1"/>
          <p:nvPr>
            <p:ph type="title"/>
          </p:nvPr>
        </p:nvSpPr>
        <p:spPr>
          <a:xfrm>
            <a:off x="208725" y="344175"/>
            <a:ext cx="61677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76" name="Google Shape;1476;p38"/>
          <p:cNvSpPr txBox="1"/>
          <p:nvPr>
            <p:ph idx="1" type="body"/>
          </p:nvPr>
        </p:nvSpPr>
        <p:spPr>
          <a:xfrm>
            <a:off x="208725" y="2751950"/>
            <a:ext cx="2531100" cy="191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477" name="Google Shape;1477;p38"/>
          <p:cNvSpPr txBox="1"/>
          <p:nvPr>
            <p:ph idx="2" type="subTitle"/>
          </p:nvPr>
        </p:nvSpPr>
        <p:spPr>
          <a:xfrm>
            <a:off x="208725" y="2160100"/>
            <a:ext cx="2531100" cy="5229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78" name="Google Shape;1478;p38"/>
          <p:cNvSpPr txBox="1"/>
          <p:nvPr>
            <p:ph idx="3" type="body"/>
          </p:nvPr>
        </p:nvSpPr>
        <p:spPr>
          <a:xfrm>
            <a:off x="3310098" y="2751950"/>
            <a:ext cx="2531100" cy="191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479" name="Google Shape;1479;p38"/>
          <p:cNvSpPr txBox="1"/>
          <p:nvPr>
            <p:ph idx="4" type="subTitle"/>
          </p:nvPr>
        </p:nvSpPr>
        <p:spPr>
          <a:xfrm>
            <a:off x="3310098" y="2160100"/>
            <a:ext cx="2531100" cy="5229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80" name="Google Shape;1480;p38"/>
          <p:cNvSpPr txBox="1"/>
          <p:nvPr>
            <p:ph idx="5" type="body"/>
          </p:nvPr>
        </p:nvSpPr>
        <p:spPr>
          <a:xfrm>
            <a:off x="6411471" y="2751950"/>
            <a:ext cx="2531100" cy="191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481" name="Google Shape;1481;p38"/>
          <p:cNvSpPr txBox="1"/>
          <p:nvPr>
            <p:ph idx="6" type="subTitle"/>
          </p:nvPr>
        </p:nvSpPr>
        <p:spPr>
          <a:xfrm>
            <a:off x="6411471" y="2160100"/>
            <a:ext cx="2531100" cy="5229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82" name="Google Shape;1482;p38"/>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p:cSld name="CUSTOM_1_1_1_1_1_1_1_1_1_1_2_1_1_1_1_1_1_1_1_1_1_1_1_1_1">
    <p:spTree>
      <p:nvGrpSpPr>
        <p:cNvPr id="1483" name="Shape 1483"/>
        <p:cNvGrpSpPr/>
        <p:nvPr/>
      </p:nvGrpSpPr>
      <p:grpSpPr>
        <a:xfrm>
          <a:off x="0" y="0"/>
          <a:ext cx="0" cy="0"/>
          <a:chOff x="0" y="0"/>
          <a:chExt cx="0" cy="0"/>
        </a:xfrm>
      </p:grpSpPr>
      <p:sp>
        <p:nvSpPr>
          <p:cNvPr id="1484" name="Google Shape;1484;p39"/>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grpSp>
        <p:nvGrpSpPr>
          <p:cNvPr id="1485" name="Google Shape;1485;p39"/>
          <p:cNvGrpSpPr/>
          <p:nvPr/>
        </p:nvGrpSpPr>
        <p:grpSpPr>
          <a:xfrm>
            <a:off x="-6096" y="-3429"/>
            <a:ext cx="9156192" cy="5150358"/>
            <a:chOff x="0" y="0"/>
            <a:chExt cx="12192000" cy="6858000"/>
          </a:xfrm>
        </p:grpSpPr>
        <p:sp>
          <p:nvSpPr>
            <p:cNvPr id="1486" name="Google Shape;1486;p39"/>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87" name="Google Shape;1487;p39"/>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88" name="Google Shape;1488;p39"/>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89" name="Google Shape;1489;p39"/>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90" name="Google Shape;1490;p39"/>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91" name="Google Shape;1491;p39"/>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92" name="Google Shape;1492;p39"/>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93" name="Google Shape;1493;p39"/>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94" name="Google Shape;1494;p39"/>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95" name="Google Shape;1495;p39"/>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96" name="Google Shape;1496;p39"/>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97" name="Google Shape;1497;p39"/>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98" name="Google Shape;1498;p39"/>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99" name="Google Shape;1499;p39"/>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00" name="Google Shape;1500;p39"/>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01" name="Google Shape;1501;p39"/>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02" name="Google Shape;1502;p39"/>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03" name="Google Shape;1503;p39"/>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04" name="Google Shape;1504;p39"/>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05" name="Google Shape;1505;p39"/>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06" name="Google Shape;1506;p39"/>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07" name="Google Shape;1507;p39"/>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08" name="Google Shape;1508;p39"/>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09" name="Google Shape;1509;p39"/>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10" name="Google Shape;1510;p39"/>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11" name="Google Shape;1511;p39"/>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12" name="Google Shape;1512;p39"/>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13" name="Google Shape;1513;p39"/>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14" name="Google Shape;1514;p39"/>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15" name="Google Shape;1515;p39"/>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16" name="Google Shape;1516;p39"/>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17" name="Google Shape;1517;p39"/>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18" name="Google Shape;1518;p39"/>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19" name="Google Shape;1519;p39"/>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20" name="Google Shape;1520;p39"/>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21" name="Google Shape;1521;p39"/>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22" name="Google Shape;1522;p39"/>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23" name="Google Shape;1523;p39"/>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24" name="Google Shape;1524;p39"/>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25" name="Google Shape;1525;p39"/>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26" name="Google Shape;1526;p39"/>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27" name="Google Shape;1527;p39"/>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28" name="Google Shape;1528;p39"/>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29" name="Google Shape;1529;p39"/>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30" name="Google Shape;1530;p39"/>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31" name="Google Shape;1531;p39"/>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32" name="Google Shape;1532;p39"/>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33" name="Google Shape;1533;p39"/>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34" name="Google Shape;1534;p39"/>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35" name="Google Shape;1535;p39"/>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36" name="Google Shape;1536;p39"/>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37" name="Google Shape;1537;p39"/>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38" name="Google Shape;1538;p39"/>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39" name="Google Shape;1539;p39"/>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40" name="Google Shape;1540;p39"/>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41" name="Google Shape;1541;p39"/>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42" name="Google Shape;1542;p39"/>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43" name="Google Shape;1543;p39"/>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44" name="Google Shape;1544;p39"/>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545" name="Google Shape;1545;p39"/>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46" name="Google Shape;1546;p39"/>
          <p:cNvSpPr txBox="1"/>
          <p:nvPr>
            <p:ph type="title"/>
          </p:nvPr>
        </p:nvSpPr>
        <p:spPr>
          <a:xfrm>
            <a:off x="208725" y="344175"/>
            <a:ext cx="61677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547" name="Google Shape;1547;p39"/>
          <p:cNvSpPr txBox="1"/>
          <p:nvPr>
            <p:ph idx="1" type="body"/>
          </p:nvPr>
        </p:nvSpPr>
        <p:spPr>
          <a:xfrm>
            <a:off x="208725" y="2751950"/>
            <a:ext cx="1870500" cy="191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548" name="Google Shape;1548;p39"/>
          <p:cNvSpPr txBox="1"/>
          <p:nvPr>
            <p:ph idx="2" type="subTitle"/>
          </p:nvPr>
        </p:nvSpPr>
        <p:spPr>
          <a:xfrm>
            <a:off x="208725" y="2160100"/>
            <a:ext cx="1870500" cy="5229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49" name="Google Shape;1549;p39"/>
          <p:cNvSpPr txBox="1"/>
          <p:nvPr>
            <p:ph idx="3" type="body"/>
          </p:nvPr>
        </p:nvSpPr>
        <p:spPr>
          <a:xfrm>
            <a:off x="2500573" y="2751950"/>
            <a:ext cx="1870500" cy="191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550" name="Google Shape;1550;p39"/>
          <p:cNvSpPr txBox="1"/>
          <p:nvPr>
            <p:ph idx="4" type="subTitle"/>
          </p:nvPr>
        </p:nvSpPr>
        <p:spPr>
          <a:xfrm>
            <a:off x="2500573" y="2160100"/>
            <a:ext cx="1870500" cy="5229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51" name="Google Shape;1551;p39"/>
          <p:cNvSpPr txBox="1"/>
          <p:nvPr>
            <p:ph idx="5" type="body"/>
          </p:nvPr>
        </p:nvSpPr>
        <p:spPr>
          <a:xfrm>
            <a:off x="4792421" y="2751950"/>
            <a:ext cx="1870500" cy="191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552" name="Google Shape;1552;p39"/>
          <p:cNvSpPr txBox="1"/>
          <p:nvPr>
            <p:ph idx="6" type="subTitle"/>
          </p:nvPr>
        </p:nvSpPr>
        <p:spPr>
          <a:xfrm>
            <a:off x="4792421" y="2160100"/>
            <a:ext cx="1870500" cy="5229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53" name="Google Shape;1553;p39"/>
          <p:cNvSpPr txBox="1"/>
          <p:nvPr>
            <p:ph idx="7" type="body"/>
          </p:nvPr>
        </p:nvSpPr>
        <p:spPr>
          <a:xfrm>
            <a:off x="7084271" y="2751950"/>
            <a:ext cx="1870500" cy="191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554" name="Google Shape;1554;p39"/>
          <p:cNvSpPr txBox="1"/>
          <p:nvPr>
            <p:ph idx="8" type="subTitle"/>
          </p:nvPr>
        </p:nvSpPr>
        <p:spPr>
          <a:xfrm>
            <a:off x="7084271" y="2160100"/>
            <a:ext cx="1870500" cy="5229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55" name="Google Shape;1555;p39"/>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CUSTOM_1_1_1_1_1_1_1_1_1_1_2_1_1_1_1_1_1_1_1_1_1_1_1_1_1_1">
    <p:spTree>
      <p:nvGrpSpPr>
        <p:cNvPr id="1556" name="Shape 1556"/>
        <p:cNvGrpSpPr/>
        <p:nvPr/>
      </p:nvGrpSpPr>
      <p:grpSpPr>
        <a:xfrm>
          <a:off x="0" y="0"/>
          <a:ext cx="0" cy="0"/>
          <a:chOff x="0" y="0"/>
          <a:chExt cx="0" cy="0"/>
        </a:xfrm>
      </p:grpSpPr>
      <p:sp>
        <p:nvSpPr>
          <p:cNvPr id="1557" name="Google Shape;1557;p40"/>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grpSp>
        <p:nvGrpSpPr>
          <p:cNvPr id="1558" name="Google Shape;1558;p40"/>
          <p:cNvGrpSpPr/>
          <p:nvPr/>
        </p:nvGrpSpPr>
        <p:grpSpPr>
          <a:xfrm>
            <a:off x="-6096" y="-3429"/>
            <a:ext cx="9156192" cy="5150358"/>
            <a:chOff x="0" y="0"/>
            <a:chExt cx="12192000" cy="6858000"/>
          </a:xfrm>
        </p:grpSpPr>
        <p:sp>
          <p:nvSpPr>
            <p:cNvPr id="1559" name="Google Shape;1559;p40"/>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60" name="Google Shape;1560;p40"/>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61" name="Google Shape;1561;p40"/>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62" name="Google Shape;1562;p40"/>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63" name="Google Shape;1563;p40"/>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64" name="Google Shape;1564;p40"/>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65" name="Google Shape;1565;p40"/>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66" name="Google Shape;1566;p40"/>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67" name="Google Shape;1567;p40"/>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68" name="Google Shape;1568;p40"/>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69" name="Google Shape;1569;p40"/>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70" name="Google Shape;1570;p40"/>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71" name="Google Shape;1571;p40"/>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72" name="Google Shape;1572;p40"/>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73" name="Google Shape;1573;p40"/>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74" name="Google Shape;1574;p40"/>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75" name="Google Shape;1575;p40"/>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76" name="Google Shape;1576;p40"/>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77" name="Google Shape;1577;p40"/>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78" name="Google Shape;1578;p40"/>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79" name="Google Shape;1579;p40"/>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80" name="Google Shape;1580;p40"/>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81" name="Google Shape;1581;p40"/>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82" name="Google Shape;1582;p40"/>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83" name="Google Shape;1583;p40"/>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84" name="Google Shape;1584;p40"/>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85" name="Google Shape;1585;p40"/>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86" name="Google Shape;1586;p40"/>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87" name="Google Shape;1587;p40"/>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88" name="Google Shape;1588;p40"/>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89" name="Google Shape;1589;p40"/>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0" name="Google Shape;1590;p40"/>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1" name="Google Shape;1591;p40"/>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2" name="Google Shape;1592;p40"/>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3" name="Google Shape;1593;p40"/>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4" name="Google Shape;1594;p40"/>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5" name="Google Shape;1595;p40"/>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6" name="Google Shape;1596;p40"/>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7" name="Google Shape;1597;p40"/>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8" name="Google Shape;1598;p40"/>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9" name="Google Shape;1599;p40"/>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0" name="Google Shape;1600;p40"/>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1" name="Google Shape;1601;p40"/>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2" name="Google Shape;1602;p40"/>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3" name="Google Shape;1603;p40"/>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4" name="Google Shape;1604;p40"/>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5" name="Google Shape;1605;p40"/>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6" name="Google Shape;1606;p40"/>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7" name="Google Shape;1607;p40"/>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8" name="Google Shape;1608;p40"/>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9" name="Google Shape;1609;p40"/>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10" name="Google Shape;1610;p40"/>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11" name="Google Shape;1611;p40"/>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12" name="Google Shape;1612;p40"/>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13" name="Google Shape;1613;p40"/>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14" name="Google Shape;1614;p40"/>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15" name="Google Shape;1615;p40"/>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16" name="Google Shape;1616;p40"/>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17" name="Google Shape;1617;p40"/>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618" name="Google Shape;1618;p40"/>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19" name="Google Shape;1619;p40"/>
          <p:cNvSpPr txBox="1"/>
          <p:nvPr>
            <p:ph type="title"/>
          </p:nvPr>
        </p:nvSpPr>
        <p:spPr>
          <a:xfrm>
            <a:off x="208725" y="344175"/>
            <a:ext cx="61677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620" name="Google Shape;1620;p40"/>
          <p:cNvSpPr/>
          <p:nvPr>
            <p:ph idx="2" type="pic"/>
          </p:nvPr>
        </p:nvSpPr>
        <p:spPr>
          <a:xfrm>
            <a:off x="213450" y="2022825"/>
            <a:ext cx="8717100" cy="2837700"/>
          </a:xfrm>
          <a:prstGeom prst="roundRect">
            <a:avLst>
              <a:gd fmla="val 4123" name="adj"/>
            </a:avLst>
          </a:prstGeom>
          <a:noFill/>
          <a:ln>
            <a:noFill/>
          </a:ln>
        </p:spPr>
      </p:sp>
      <p:sp>
        <p:nvSpPr>
          <p:cNvPr id="1621" name="Google Shape;1621;p40"/>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1_1_1_1_1_1_1_1_1_1_2_1_1_1_1_1_1_1_1_1_1_1_1_1_1_1_1">
    <p:spTree>
      <p:nvGrpSpPr>
        <p:cNvPr id="1622" name="Shape 1622"/>
        <p:cNvGrpSpPr/>
        <p:nvPr/>
      </p:nvGrpSpPr>
      <p:grpSpPr>
        <a:xfrm>
          <a:off x="0" y="0"/>
          <a:ext cx="0" cy="0"/>
          <a:chOff x="0" y="0"/>
          <a:chExt cx="0" cy="0"/>
        </a:xfrm>
      </p:grpSpPr>
      <p:sp>
        <p:nvSpPr>
          <p:cNvPr id="1623" name="Google Shape;1623;p41"/>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grpSp>
        <p:nvGrpSpPr>
          <p:cNvPr id="1624" name="Google Shape;1624;p41"/>
          <p:cNvGrpSpPr/>
          <p:nvPr/>
        </p:nvGrpSpPr>
        <p:grpSpPr>
          <a:xfrm>
            <a:off x="-6096" y="-3429"/>
            <a:ext cx="9156192" cy="5150358"/>
            <a:chOff x="0" y="0"/>
            <a:chExt cx="12192000" cy="6858000"/>
          </a:xfrm>
        </p:grpSpPr>
        <p:sp>
          <p:nvSpPr>
            <p:cNvPr id="1625" name="Google Shape;1625;p41"/>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26" name="Google Shape;1626;p41"/>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27" name="Google Shape;1627;p41"/>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28" name="Google Shape;1628;p41"/>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29" name="Google Shape;1629;p41"/>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30" name="Google Shape;1630;p41"/>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31" name="Google Shape;1631;p41"/>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32" name="Google Shape;1632;p41"/>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33" name="Google Shape;1633;p41"/>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34" name="Google Shape;1634;p41"/>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35" name="Google Shape;1635;p41"/>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36" name="Google Shape;1636;p41"/>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37" name="Google Shape;1637;p41"/>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38" name="Google Shape;1638;p41"/>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39" name="Google Shape;1639;p41"/>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40" name="Google Shape;1640;p41"/>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41" name="Google Shape;1641;p41"/>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42" name="Google Shape;1642;p41"/>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43" name="Google Shape;1643;p41"/>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44" name="Google Shape;1644;p41"/>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45" name="Google Shape;1645;p41"/>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46" name="Google Shape;1646;p41"/>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47" name="Google Shape;1647;p41"/>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48" name="Google Shape;1648;p41"/>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49" name="Google Shape;1649;p41"/>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50" name="Google Shape;1650;p41"/>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51" name="Google Shape;1651;p41"/>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52" name="Google Shape;1652;p41"/>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53" name="Google Shape;1653;p41"/>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54" name="Google Shape;1654;p41"/>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55" name="Google Shape;1655;p41"/>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56" name="Google Shape;1656;p41"/>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57" name="Google Shape;1657;p41"/>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58" name="Google Shape;1658;p41"/>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59" name="Google Shape;1659;p41"/>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0" name="Google Shape;1660;p41"/>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1" name="Google Shape;1661;p41"/>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2" name="Google Shape;1662;p41"/>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3" name="Google Shape;1663;p41"/>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4" name="Google Shape;1664;p41"/>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5" name="Google Shape;1665;p41"/>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6" name="Google Shape;1666;p41"/>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7" name="Google Shape;1667;p41"/>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8" name="Google Shape;1668;p41"/>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9" name="Google Shape;1669;p41"/>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0" name="Google Shape;1670;p41"/>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1" name="Google Shape;1671;p41"/>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2" name="Google Shape;1672;p41"/>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3" name="Google Shape;1673;p41"/>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4" name="Google Shape;1674;p41"/>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5" name="Google Shape;1675;p41"/>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6" name="Google Shape;1676;p41"/>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7" name="Google Shape;1677;p41"/>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8" name="Google Shape;1678;p41"/>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9" name="Google Shape;1679;p41"/>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80" name="Google Shape;1680;p41"/>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81" name="Google Shape;1681;p41"/>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82" name="Google Shape;1682;p41"/>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83" name="Google Shape;1683;p41"/>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684" name="Google Shape;1684;p41"/>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85" name="Google Shape;1685;p41"/>
          <p:cNvSpPr txBox="1"/>
          <p:nvPr>
            <p:ph type="title"/>
          </p:nvPr>
        </p:nvSpPr>
        <p:spPr>
          <a:xfrm>
            <a:off x="208725" y="344175"/>
            <a:ext cx="61677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686" name="Google Shape;1686;p41"/>
          <p:cNvSpPr txBox="1"/>
          <p:nvPr>
            <p:ph idx="1" type="body"/>
          </p:nvPr>
        </p:nvSpPr>
        <p:spPr>
          <a:xfrm>
            <a:off x="1173600" y="2391699"/>
            <a:ext cx="3054300" cy="6309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687" name="Google Shape;1687;p41"/>
          <p:cNvSpPr txBox="1"/>
          <p:nvPr>
            <p:ph idx="2" type="subTitle"/>
          </p:nvPr>
        </p:nvSpPr>
        <p:spPr>
          <a:xfrm>
            <a:off x="1173600" y="2160100"/>
            <a:ext cx="3054300" cy="2046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88" name="Google Shape;1688;p41"/>
          <p:cNvSpPr txBox="1"/>
          <p:nvPr>
            <p:ph idx="3" type="body"/>
          </p:nvPr>
        </p:nvSpPr>
        <p:spPr>
          <a:xfrm>
            <a:off x="4916100" y="2391699"/>
            <a:ext cx="3054300" cy="6309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689" name="Google Shape;1689;p41"/>
          <p:cNvSpPr txBox="1"/>
          <p:nvPr>
            <p:ph idx="4" type="subTitle"/>
          </p:nvPr>
        </p:nvSpPr>
        <p:spPr>
          <a:xfrm>
            <a:off x="4916100" y="2160100"/>
            <a:ext cx="3054300" cy="2046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90" name="Google Shape;1690;p41"/>
          <p:cNvSpPr/>
          <p:nvPr>
            <p:ph idx="5" type="pic"/>
          </p:nvPr>
        </p:nvSpPr>
        <p:spPr>
          <a:xfrm>
            <a:off x="1173600" y="3022475"/>
            <a:ext cx="3054300" cy="1864500"/>
          </a:xfrm>
          <a:prstGeom prst="roundRect">
            <a:avLst>
              <a:gd fmla="val 3854" name="adj"/>
            </a:avLst>
          </a:prstGeom>
          <a:noFill/>
          <a:ln>
            <a:noFill/>
          </a:ln>
        </p:spPr>
      </p:sp>
      <p:sp>
        <p:nvSpPr>
          <p:cNvPr id="1691" name="Google Shape;1691;p41"/>
          <p:cNvSpPr/>
          <p:nvPr>
            <p:ph idx="6" type="pic"/>
          </p:nvPr>
        </p:nvSpPr>
        <p:spPr>
          <a:xfrm>
            <a:off x="4916100" y="3022475"/>
            <a:ext cx="3054300" cy="1864500"/>
          </a:xfrm>
          <a:prstGeom prst="roundRect">
            <a:avLst>
              <a:gd fmla="val 3854" name="adj"/>
            </a:avLst>
          </a:prstGeom>
          <a:noFill/>
          <a:ln>
            <a:noFill/>
          </a:ln>
        </p:spPr>
      </p:sp>
      <p:sp>
        <p:nvSpPr>
          <p:cNvPr id="1692" name="Google Shape;1692;p41"/>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1_1_1_1_1_1_1_1_1_1_2_1_1_1_1_1_1_1_1_1_1_1_1_1_1_1_1_1">
    <p:spTree>
      <p:nvGrpSpPr>
        <p:cNvPr id="1693" name="Shape 1693"/>
        <p:cNvGrpSpPr/>
        <p:nvPr/>
      </p:nvGrpSpPr>
      <p:grpSpPr>
        <a:xfrm>
          <a:off x="0" y="0"/>
          <a:ext cx="0" cy="0"/>
          <a:chOff x="0" y="0"/>
          <a:chExt cx="0" cy="0"/>
        </a:xfrm>
      </p:grpSpPr>
      <p:sp>
        <p:nvSpPr>
          <p:cNvPr id="1694" name="Google Shape;1694;p42"/>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grpSp>
        <p:nvGrpSpPr>
          <p:cNvPr id="1695" name="Google Shape;1695;p42"/>
          <p:cNvGrpSpPr/>
          <p:nvPr/>
        </p:nvGrpSpPr>
        <p:grpSpPr>
          <a:xfrm>
            <a:off x="-6096" y="-3429"/>
            <a:ext cx="9156192" cy="5150358"/>
            <a:chOff x="0" y="0"/>
            <a:chExt cx="12192000" cy="6858000"/>
          </a:xfrm>
        </p:grpSpPr>
        <p:sp>
          <p:nvSpPr>
            <p:cNvPr id="1696" name="Google Shape;1696;p42"/>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97" name="Google Shape;1697;p42"/>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98" name="Google Shape;1698;p42"/>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99" name="Google Shape;1699;p42"/>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00" name="Google Shape;1700;p42"/>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01" name="Google Shape;1701;p42"/>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02" name="Google Shape;1702;p42"/>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03" name="Google Shape;1703;p42"/>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04" name="Google Shape;1704;p42"/>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05" name="Google Shape;1705;p42"/>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06" name="Google Shape;1706;p42"/>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07" name="Google Shape;1707;p42"/>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08" name="Google Shape;1708;p42"/>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09" name="Google Shape;1709;p42"/>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10" name="Google Shape;1710;p42"/>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11" name="Google Shape;1711;p42"/>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12" name="Google Shape;1712;p42"/>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13" name="Google Shape;1713;p42"/>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14" name="Google Shape;1714;p42"/>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15" name="Google Shape;1715;p42"/>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16" name="Google Shape;1716;p42"/>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17" name="Google Shape;1717;p42"/>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18" name="Google Shape;1718;p42"/>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19" name="Google Shape;1719;p42"/>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20" name="Google Shape;1720;p42"/>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21" name="Google Shape;1721;p42"/>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22" name="Google Shape;1722;p42"/>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23" name="Google Shape;1723;p42"/>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24" name="Google Shape;1724;p42"/>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25" name="Google Shape;1725;p42"/>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26" name="Google Shape;1726;p42"/>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27" name="Google Shape;1727;p42"/>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28" name="Google Shape;1728;p42"/>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29" name="Google Shape;1729;p42"/>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0" name="Google Shape;1730;p42"/>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1" name="Google Shape;1731;p42"/>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2" name="Google Shape;1732;p42"/>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3" name="Google Shape;1733;p42"/>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4" name="Google Shape;1734;p42"/>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5" name="Google Shape;1735;p42"/>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6" name="Google Shape;1736;p42"/>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7" name="Google Shape;1737;p42"/>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8" name="Google Shape;1738;p42"/>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9" name="Google Shape;1739;p42"/>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0" name="Google Shape;1740;p42"/>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1" name="Google Shape;1741;p42"/>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2" name="Google Shape;1742;p42"/>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3" name="Google Shape;1743;p42"/>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4" name="Google Shape;1744;p42"/>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5" name="Google Shape;1745;p42"/>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6" name="Google Shape;1746;p42"/>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7" name="Google Shape;1747;p42"/>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8" name="Google Shape;1748;p42"/>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9" name="Google Shape;1749;p42"/>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50" name="Google Shape;1750;p42"/>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51" name="Google Shape;1751;p42"/>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52" name="Google Shape;1752;p42"/>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53" name="Google Shape;1753;p42"/>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54" name="Google Shape;1754;p42"/>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755" name="Google Shape;1755;p42"/>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56" name="Google Shape;1756;p42"/>
          <p:cNvSpPr txBox="1"/>
          <p:nvPr>
            <p:ph type="title"/>
          </p:nvPr>
        </p:nvSpPr>
        <p:spPr>
          <a:xfrm>
            <a:off x="208725" y="344175"/>
            <a:ext cx="61677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757" name="Google Shape;1757;p42"/>
          <p:cNvSpPr txBox="1"/>
          <p:nvPr>
            <p:ph idx="1" type="body"/>
          </p:nvPr>
        </p:nvSpPr>
        <p:spPr>
          <a:xfrm>
            <a:off x="423750" y="2391699"/>
            <a:ext cx="2586900" cy="6309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758" name="Google Shape;1758;p42"/>
          <p:cNvSpPr txBox="1"/>
          <p:nvPr>
            <p:ph idx="2" type="subTitle"/>
          </p:nvPr>
        </p:nvSpPr>
        <p:spPr>
          <a:xfrm>
            <a:off x="423750" y="2160100"/>
            <a:ext cx="2586900" cy="2046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59" name="Google Shape;1759;p42"/>
          <p:cNvSpPr txBox="1"/>
          <p:nvPr>
            <p:ph idx="3" type="body"/>
          </p:nvPr>
        </p:nvSpPr>
        <p:spPr>
          <a:xfrm>
            <a:off x="3276074" y="2391699"/>
            <a:ext cx="2586900" cy="6309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760" name="Google Shape;1760;p42"/>
          <p:cNvSpPr txBox="1"/>
          <p:nvPr>
            <p:ph idx="4" type="subTitle"/>
          </p:nvPr>
        </p:nvSpPr>
        <p:spPr>
          <a:xfrm>
            <a:off x="3276071" y="2160100"/>
            <a:ext cx="2586900" cy="2046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61" name="Google Shape;1761;p42"/>
          <p:cNvSpPr/>
          <p:nvPr>
            <p:ph idx="5" type="pic"/>
          </p:nvPr>
        </p:nvSpPr>
        <p:spPr>
          <a:xfrm>
            <a:off x="423750" y="3022475"/>
            <a:ext cx="2586900" cy="1864500"/>
          </a:xfrm>
          <a:prstGeom prst="roundRect">
            <a:avLst>
              <a:gd fmla="val 3854" name="adj"/>
            </a:avLst>
          </a:prstGeom>
          <a:noFill/>
          <a:ln>
            <a:noFill/>
          </a:ln>
        </p:spPr>
      </p:sp>
      <p:sp>
        <p:nvSpPr>
          <p:cNvPr id="1762" name="Google Shape;1762;p42"/>
          <p:cNvSpPr/>
          <p:nvPr>
            <p:ph idx="6" type="pic"/>
          </p:nvPr>
        </p:nvSpPr>
        <p:spPr>
          <a:xfrm>
            <a:off x="3276071" y="3022475"/>
            <a:ext cx="2586900" cy="1864500"/>
          </a:xfrm>
          <a:prstGeom prst="roundRect">
            <a:avLst>
              <a:gd fmla="val 3854" name="adj"/>
            </a:avLst>
          </a:prstGeom>
          <a:noFill/>
          <a:ln>
            <a:noFill/>
          </a:ln>
        </p:spPr>
      </p:sp>
      <p:sp>
        <p:nvSpPr>
          <p:cNvPr id="1763" name="Google Shape;1763;p42"/>
          <p:cNvSpPr txBox="1"/>
          <p:nvPr>
            <p:ph idx="7" type="body"/>
          </p:nvPr>
        </p:nvSpPr>
        <p:spPr>
          <a:xfrm>
            <a:off x="6128397" y="2391699"/>
            <a:ext cx="2586900" cy="6309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764" name="Google Shape;1764;p42"/>
          <p:cNvSpPr txBox="1"/>
          <p:nvPr>
            <p:ph idx="8" type="subTitle"/>
          </p:nvPr>
        </p:nvSpPr>
        <p:spPr>
          <a:xfrm>
            <a:off x="6128391" y="2160100"/>
            <a:ext cx="2586900" cy="2046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65" name="Google Shape;1765;p42"/>
          <p:cNvSpPr/>
          <p:nvPr>
            <p:ph idx="9" type="pic"/>
          </p:nvPr>
        </p:nvSpPr>
        <p:spPr>
          <a:xfrm>
            <a:off x="6128391" y="3022475"/>
            <a:ext cx="2586900" cy="1864500"/>
          </a:xfrm>
          <a:prstGeom prst="roundRect">
            <a:avLst>
              <a:gd fmla="val 3854" name="adj"/>
            </a:avLst>
          </a:prstGeom>
          <a:noFill/>
          <a:ln>
            <a:noFill/>
          </a:ln>
        </p:spPr>
      </p:sp>
      <p:sp>
        <p:nvSpPr>
          <p:cNvPr id="1766" name="Google Shape;1766;p42"/>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1_1_1_1_1_1_1_1_1_1_2_1_1_1_1_1_1_1_1_1_1_1_1_1_1_1_1_1_1">
    <p:spTree>
      <p:nvGrpSpPr>
        <p:cNvPr id="1767" name="Shape 1767"/>
        <p:cNvGrpSpPr/>
        <p:nvPr/>
      </p:nvGrpSpPr>
      <p:grpSpPr>
        <a:xfrm>
          <a:off x="0" y="0"/>
          <a:ext cx="0" cy="0"/>
          <a:chOff x="0" y="0"/>
          <a:chExt cx="0" cy="0"/>
        </a:xfrm>
      </p:grpSpPr>
      <p:sp>
        <p:nvSpPr>
          <p:cNvPr id="1768" name="Google Shape;1768;p43"/>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grpSp>
        <p:nvGrpSpPr>
          <p:cNvPr id="1769" name="Google Shape;1769;p43"/>
          <p:cNvGrpSpPr/>
          <p:nvPr/>
        </p:nvGrpSpPr>
        <p:grpSpPr>
          <a:xfrm>
            <a:off x="-6096" y="-3429"/>
            <a:ext cx="9156192" cy="5150358"/>
            <a:chOff x="0" y="0"/>
            <a:chExt cx="12192000" cy="6858000"/>
          </a:xfrm>
        </p:grpSpPr>
        <p:sp>
          <p:nvSpPr>
            <p:cNvPr id="1770" name="Google Shape;1770;p43"/>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71" name="Google Shape;1771;p43"/>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72" name="Google Shape;1772;p43"/>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73" name="Google Shape;1773;p43"/>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74" name="Google Shape;1774;p43"/>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75" name="Google Shape;1775;p43"/>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76" name="Google Shape;1776;p43"/>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77" name="Google Shape;1777;p43"/>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78" name="Google Shape;1778;p43"/>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79" name="Google Shape;1779;p43"/>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80" name="Google Shape;1780;p43"/>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81" name="Google Shape;1781;p43"/>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82" name="Google Shape;1782;p43"/>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83" name="Google Shape;1783;p43"/>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84" name="Google Shape;1784;p43"/>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85" name="Google Shape;1785;p43"/>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86" name="Google Shape;1786;p43"/>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87" name="Google Shape;1787;p43"/>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88" name="Google Shape;1788;p43"/>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89" name="Google Shape;1789;p43"/>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90" name="Google Shape;1790;p43"/>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91" name="Google Shape;1791;p43"/>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92" name="Google Shape;1792;p43"/>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93" name="Google Shape;1793;p43"/>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94" name="Google Shape;1794;p43"/>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95" name="Google Shape;1795;p43"/>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96" name="Google Shape;1796;p43"/>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97" name="Google Shape;1797;p43"/>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98" name="Google Shape;1798;p43"/>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99" name="Google Shape;1799;p43"/>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0" name="Google Shape;1800;p43"/>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1" name="Google Shape;1801;p43"/>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2" name="Google Shape;1802;p43"/>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3" name="Google Shape;1803;p43"/>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4" name="Google Shape;1804;p43"/>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5" name="Google Shape;1805;p43"/>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6" name="Google Shape;1806;p43"/>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7" name="Google Shape;1807;p43"/>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8" name="Google Shape;1808;p43"/>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9" name="Google Shape;1809;p43"/>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0" name="Google Shape;1810;p43"/>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1" name="Google Shape;1811;p43"/>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2" name="Google Shape;1812;p43"/>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3" name="Google Shape;1813;p43"/>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4" name="Google Shape;1814;p43"/>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5" name="Google Shape;1815;p43"/>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6" name="Google Shape;1816;p43"/>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7" name="Google Shape;1817;p43"/>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8" name="Google Shape;1818;p43"/>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9" name="Google Shape;1819;p43"/>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20" name="Google Shape;1820;p43"/>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21" name="Google Shape;1821;p43"/>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22" name="Google Shape;1822;p43"/>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23" name="Google Shape;1823;p43"/>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24" name="Google Shape;1824;p43"/>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25" name="Google Shape;1825;p43"/>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26" name="Google Shape;1826;p43"/>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27" name="Google Shape;1827;p43"/>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28" name="Google Shape;1828;p43"/>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829" name="Google Shape;1829;p43"/>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30" name="Google Shape;1830;p43"/>
          <p:cNvSpPr/>
          <p:nvPr>
            <p:ph idx="2" type="pic"/>
          </p:nvPr>
        </p:nvSpPr>
        <p:spPr>
          <a:xfrm>
            <a:off x="436350" y="262350"/>
            <a:ext cx="8271300" cy="4618800"/>
          </a:xfrm>
          <a:prstGeom prst="roundRect">
            <a:avLst>
              <a:gd fmla="val 3854" name="adj"/>
            </a:avLst>
          </a:prstGeom>
          <a:noFill/>
          <a:ln>
            <a:noFill/>
          </a:ln>
        </p:spPr>
      </p:sp>
      <p:sp>
        <p:nvSpPr>
          <p:cNvPr id="1831" name="Google Shape;1831;p43"/>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1_1_1_1_1_1_1_1_1_1_2_1_1_1_1_1_1_1_1_1_1_1_1_1_1_1_1_1_1_1">
    <p:spTree>
      <p:nvGrpSpPr>
        <p:cNvPr id="1832" name="Shape 1832"/>
        <p:cNvGrpSpPr/>
        <p:nvPr/>
      </p:nvGrpSpPr>
      <p:grpSpPr>
        <a:xfrm>
          <a:off x="0" y="0"/>
          <a:ext cx="0" cy="0"/>
          <a:chOff x="0" y="0"/>
          <a:chExt cx="0" cy="0"/>
        </a:xfrm>
      </p:grpSpPr>
      <p:sp>
        <p:nvSpPr>
          <p:cNvPr id="1833" name="Google Shape;1833;p44"/>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grpSp>
        <p:nvGrpSpPr>
          <p:cNvPr id="1834" name="Google Shape;1834;p44"/>
          <p:cNvGrpSpPr/>
          <p:nvPr/>
        </p:nvGrpSpPr>
        <p:grpSpPr>
          <a:xfrm>
            <a:off x="-6096" y="-3429"/>
            <a:ext cx="9156192" cy="5150358"/>
            <a:chOff x="0" y="0"/>
            <a:chExt cx="12192000" cy="6858000"/>
          </a:xfrm>
        </p:grpSpPr>
        <p:sp>
          <p:nvSpPr>
            <p:cNvPr id="1835" name="Google Shape;1835;p44"/>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36" name="Google Shape;1836;p44"/>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37" name="Google Shape;1837;p44"/>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38" name="Google Shape;1838;p44"/>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39" name="Google Shape;1839;p44"/>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40" name="Google Shape;1840;p44"/>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41" name="Google Shape;1841;p44"/>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42" name="Google Shape;1842;p44"/>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43" name="Google Shape;1843;p44"/>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44" name="Google Shape;1844;p44"/>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45" name="Google Shape;1845;p44"/>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46" name="Google Shape;1846;p44"/>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47" name="Google Shape;1847;p44"/>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48" name="Google Shape;1848;p44"/>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49" name="Google Shape;1849;p44"/>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50" name="Google Shape;1850;p44"/>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51" name="Google Shape;1851;p44"/>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52" name="Google Shape;1852;p44"/>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53" name="Google Shape;1853;p44"/>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54" name="Google Shape;1854;p44"/>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55" name="Google Shape;1855;p44"/>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56" name="Google Shape;1856;p44"/>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57" name="Google Shape;1857;p44"/>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58" name="Google Shape;1858;p44"/>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59" name="Google Shape;1859;p44"/>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60" name="Google Shape;1860;p44"/>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61" name="Google Shape;1861;p44"/>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62" name="Google Shape;1862;p44"/>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63" name="Google Shape;1863;p44"/>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64" name="Google Shape;1864;p44"/>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65" name="Google Shape;1865;p44"/>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66" name="Google Shape;1866;p44"/>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67" name="Google Shape;1867;p44"/>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68" name="Google Shape;1868;p44"/>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69" name="Google Shape;1869;p44"/>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70" name="Google Shape;1870;p44"/>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71" name="Google Shape;1871;p44"/>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72" name="Google Shape;1872;p44"/>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73" name="Google Shape;1873;p44"/>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74" name="Google Shape;1874;p44"/>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75" name="Google Shape;1875;p44"/>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76" name="Google Shape;1876;p44"/>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77" name="Google Shape;1877;p44"/>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78" name="Google Shape;1878;p44"/>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79" name="Google Shape;1879;p44"/>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80" name="Google Shape;1880;p44"/>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81" name="Google Shape;1881;p44"/>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82" name="Google Shape;1882;p44"/>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83" name="Google Shape;1883;p44"/>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84" name="Google Shape;1884;p44"/>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85" name="Google Shape;1885;p44"/>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86" name="Google Shape;1886;p44"/>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87" name="Google Shape;1887;p44"/>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88" name="Google Shape;1888;p44"/>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89" name="Google Shape;1889;p44"/>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90" name="Google Shape;1890;p44"/>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91" name="Google Shape;1891;p44"/>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92" name="Google Shape;1892;p44"/>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93" name="Google Shape;1893;p44"/>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894" name="Google Shape;1894;p44"/>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95" name="Google Shape;1895;p44"/>
          <p:cNvSpPr txBox="1"/>
          <p:nvPr>
            <p:ph type="title"/>
          </p:nvPr>
        </p:nvSpPr>
        <p:spPr>
          <a:xfrm>
            <a:off x="208725" y="344175"/>
            <a:ext cx="8729700" cy="8847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96" name="Google Shape;1896;p44"/>
          <p:cNvSpPr/>
          <p:nvPr>
            <p:ph idx="2" type="pic"/>
          </p:nvPr>
        </p:nvSpPr>
        <p:spPr>
          <a:xfrm>
            <a:off x="208725" y="1344450"/>
            <a:ext cx="2838600" cy="1151100"/>
          </a:xfrm>
          <a:prstGeom prst="roundRect">
            <a:avLst>
              <a:gd fmla="val 3854" name="adj"/>
            </a:avLst>
          </a:prstGeom>
          <a:noFill/>
          <a:ln>
            <a:noFill/>
          </a:ln>
        </p:spPr>
      </p:sp>
      <p:sp>
        <p:nvSpPr>
          <p:cNvPr id="1897" name="Google Shape;1897;p44"/>
          <p:cNvSpPr/>
          <p:nvPr>
            <p:ph idx="3" type="pic"/>
          </p:nvPr>
        </p:nvSpPr>
        <p:spPr>
          <a:xfrm>
            <a:off x="3154251" y="1344450"/>
            <a:ext cx="2838600" cy="1151100"/>
          </a:xfrm>
          <a:prstGeom prst="roundRect">
            <a:avLst>
              <a:gd fmla="val 3854" name="adj"/>
            </a:avLst>
          </a:prstGeom>
          <a:noFill/>
          <a:ln>
            <a:noFill/>
          </a:ln>
        </p:spPr>
      </p:sp>
      <p:sp>
        <p:nvSpPr>
          <p:cNvPr id="1898" name="Google Shape;1898;p44"/>
          <p:cNvSpPr/>
          <p:nvPr>
            <p:ph idx="4" type="pic"/>
          </p:nvPr>
        </p:nvSpPr>
        <p:spPr>
          <a:xfrm>
            <a:off x="6099777" y="1344450"/>
            <a:ext cx="2838600" cy="1151100"/>
          </a:xfrm>
          <a:prstGeom prst="roundRect">
            <a:avLst>
              <a:gd fmla="val 3854" name="adj"/>
            </a:avLst>
          </a:prstGeom>
          <a:noFill/>
          <a:ln>
            <a:noFill/>
          </a:ln>
        </p:spPr>
      </p:sp>
      <p:sp>
        <p:nvSpPr>
          <p:cNvPr id="1899" name="Google Shape;1899;p44"/>
          <p:cNvSpPr/>
          <p:nvPr>
            <p:ph idx="5" type="pic"/>
          </p:nvPr>
        </p:nvSpPr>
        <p:spPr>
          <a:xfrm>
            <a:off x="208725" y="2611125"/>
            <a:ext cx="2838600" cy="1151100"/>
          </a:xfrm>
          <a:prstGeom prst="roundRect">
            <a:avLst>
              <a:gd fmla="val 3854" name="adj"/>
            </a:avLst>
          </a:prstGeom>
          <a:noFill/>
          <a:ln>
            <a:noFill/>
          </a:ln>
        </p:spPr>
      </p:sp>
      <p:sp>
        <p:nvSpPr>
          <p:cNvPr id="1900" name="Google Shape;1900;p44"/>
          <p:cNvSpPr/>
          <p:nvPr>
            <p:ph idx="6" type="pic"/>
          </p:nvPr>
        </p:nvSpPr>
        <p:spPr>
          <a:xfrm>
            <a:off x="3154251" y="2611125"/>
            <a:ext cx="2838600" cy="1151100"/>
          </a:xfrm>
          <a:prstGeom prst="roundRect">
            <a:avLst>
              <a:gd fmla="val 3854" name="adj"/>
            </a:avLst>
          </a:prstGeom>
          <a:noFill/>
          <a:ln>
            <a:noFill/>
          </a:ln>
        </p:spPr>
      </p:sp>
      <p:sp>
        <p:nvSpPr>
          <p:cNvPr id="1901" name="Google Shape;1901;p44"/>
          <p:cNvSpPr/>
          <p:nvPr>
            <p:ph idx="7" type="pic"/>
          </p:nvPr>
        </p:nvSpPr>
        <p:spPr>
          <a:xfrm>
            <a:off x="6099777" y="2611125"/>
            <a:ext cx="2838600" cy="1151100"/>
          </a:xfrm>
          <a:prstGeom prst="roundRect">
            <a:avLst>
              <a:gd fmla="val 3854" name="adj"/>
            </a:avLst>
          </a:prstGeom>
          <a:noFill/>
          <a:ln>
            <a:noFill/>
          </a:ln>
        </p:spPr>
      </p:sp>
      <p:sp>
        <p:nvSpPr>
          <p:cNvPr id="1902" name="Google Shape;1902;p44"/>
          <p:cNvSpPr/>
          <p:nvPr>
            <p:ph idx="8" type="pic"/>
          </p:nvPr>
        </p:nvSpPr>
        <p:spPr>
          <a:xfrm>
            <a:off x="208725" y="3877800"/>
            <a:ext cx="2838600" cy="1151100"/>
          </a:xfrm>
          <a:prstGeom prst="roundRect">
            <a:avLst>
              <a:gd fmla="val 3854" name="adj"/>
            </a:avLst>
          </a:prstGeom>
          <a:noFill/>
          <a:ln>
            <a:noFill/>
          </a:ln>
        </p:spPr>
      </p:sp>
      <p:sp>
        <p:nvSpPr>
          <p:cNvPr id="1903" name="Google Shape;1903;p44"/>
          <p:cNvSpPr/>
          <p:nvPr>
            <p:ph idx="9" type="pic"/>
          </p:nvPr>
        </p:nvSpPr>
        <p:spPr>
          <a:xfrm>
            <a:off x="3154251" y="3877800"/>
            <a:ext cx="2838600" cy="1151100"/>
          </a:xfrm>
          <a:prstGeom prst="roundRect">
            <a:avLst>
              <a:gd fmla="val 3854" name="adj"/>
            </a:avLst>
          </a:prstGeom>
          <a:noFill/>
          <a:ln>
            <a:noFill/>
          </a:ln>
        </p:spPr>
      </p:sp>
      <p:sp>
        <p:nvSpPr>
          <p:cNvPr id="1904" name="Google Shape;1904;p44"/>
          <p:cNvSpPr/>
          <p:nvPr>
            <p:ph idx="13" type="pic"/>
          </p:nvPr>
        </p:nvSpPr>
        <p:spPr>
          <a:xfrm>
            <a:off x="6099777" y="3877800"/>
            <a:ext cx="2838600" cy="1151100"/>
          </a:xfrm>
          <a:prstGeom prst="roundRect">
            <a:avLst>
              <a:gd fmla="val 3854" name="adj"/>
            </a:avLst>
          </a:prstGeom>
          <a:noFill/>
          <a:ln>
            <a:noFill/>
          </a:ln>
        </p:spPr>
      </p:sp>
      <p:sp>
        <p:nvSpPr>
          <p:cNvPr id="1905" name="Google Shape;1905;p44"/>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32" Type="http://schemas.openxmlformats.org/officeDocument/2006/relationships/theme" Target="../theme/theme3.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57925"/>
            <a:ext cx="6411000" cy="572700"/>
          </a:xfrm>
          <a:prstGeom prst="rect">
            <a:avLst/>
          </a:prstGeom>
          <a:noFill/>
          <a:ln>
            <a:noFill/>
          </a:ln>
        </p:spPr>
        <p:txBody>
          <a:bodyPr anchorCtr="0" anchor="t" bIns="91425" lIns="91425" spcFirstLastPara="1" rIns="91425" wrap="square" tIns="91425">
            <a:spAutoFit/>
          </a:bodyPr>
          <a:lstStyle>
            <a:lvl1pPr lvl="0">
              <a:lnSpc>
                <a:spcPct val="90000"/>
              </a:lnSpc>
              <a:spcBef>
                <a:spcPts val="0"/>
              </a:spcBef>
              <a:spcAft>
                <a:spcPts val="0"/>
              </a:spcAft>
              <a:buClr>
                <a:schemeClr val="dk1"/>
              </a:buClr>
              <a:buSzPts val="4800"/>
              <a:buFont typeface="Lexend"/>
              <a:buNone/>
              <a:defRPr sz="4800">
                <a:solidFill>
                  <a:schemeClr val="dk1"/>
                </a:solidFill>
                <a:latin typeface="Lexend"/>
                <a:ea typeface="Lexend"/>
                <a:cs typeface="Lexend"/>
                <a:sym typeface="Lexend"/>
              </a:defRPr>
            </a:lvl1pPr>
            <a:lvl2pPr lvl="1">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2pPr>
            <a:lvl3pPr lvl="2">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3pPr>
            <a:lvl4pPr lvl="3">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4pPr>
            <a:lvl5pPr lvl="4">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5pPr>
            <a:lvl6pPr lvl="5">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6pPr>
            <a:lvl7pPr lvl="6">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7pPr>
            <a:lvl8pPr lvl="7">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8pPr>
            <a:lvl9pPr lvl="8">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9pPr>
          </a:lstStyle>
          <a:p/>
        </p:txBody>
      </p:sp>
      <p:sp>
        <p:nvSpPr>
          <p:cNvPr id="52" name="Google Shape;52;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53" name="Google Shape;53;p13"/>
          <p:cNvSpPr txBox="1"/>
          <p:nvPr>
            <p:ph idx="1" type="body"/>
          </p:nvPr>
        </p:nvSpPr>
        <p:spPr>
          <a:xfrm>
            <a:off x="1239450" y="2823325"/>
            <a:ext cx="3145800" cy="2082000"/>
          </a:xfrm>
          <a:prstGeom prst="rect">
            <a:avLst/>
          </a:prstGeom>
          <a:noFill/>
          <a:ln>
            <a:noFill/>
          </a:ln>
        </p:spPr>
        <p:txBody>
          <a:bodyPr anchorCtr="0" anchor="t" bIns="91425" lIns="91425" spcFirstLastPara="1" rIns="91425" wrap="square" tIns="91425">
            <a:noAutofit/>
          </a:bodyPr>
          <a:lstStyle>
            <a:lvl1pPr indent="-279400" lvl="0" marL="4572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1pPr>
            <a:lvl2pPr indent="-279400" lvl="1" marL="9144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2pPr>
            <a:lvl3pPr indent="-279400" lvl="2" marL="13716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3pPr>
            <a:lvl4pPr indent="-279400" lvl="3" marL="18288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4pPr>
            <a:lvl5pPr indent="-279400" lvl="4" marL="22860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5pPr>
            <a:lvl6pPr indent="-279400" lvl="5" marL="27432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6pPr>
            <a:lvl7pPr indent="-279400" lvl="6" marL="32004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7pPr>
            <a:lvl8pPr indent="-279400" lvl="7" marL="36576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8pPr>
            <a:lvl9pPr indent="-279400" lvl="8" marL="41148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864">
          <p15:clr>
            <a:srgbClr val="E46962"/>
          </p15:clr>
        </p15:guide>
        <p15:guide id="6" pos="196">
          <p15:clr>
            <a:srgbClr val="E46962"/>
          </p15:clr>
        </p15:guide>
        <p15:guide id="7" orient="horz" pos="936">
          <p15:clr>
            <a:srgbClr val="E46962"/>
          </p15:clr>
        </p15:guide>
        <p15:guide id="8" orient="horz" pos="684">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 Id="rId3"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 Id="rId3"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9" name="Shape 1909"/>
        <p:cNvGrpSpPr/>
        <p:nvPr/>
      </p:nvGrpSpPr>
      <p:grpSpPr>
        <a:xfrm>
          <a:off x="0" y="0"/>
          <a:ext cx="0" cy="0"/>
          <a:chOff x="0" y="0"/>
          <a:chExt cx="0" cy="0"/>
        </a:xfrm>
      </p:grpSpPr>
      <p:sp>
        <p:nvSpPr>
          <p:cNvPr id="1910" name="Google Shape;1910;p45"/>
          <p:cNvSpPr txBox="1"/>
          <p:nvPr>
            <p:ph idx="1" type="body"/>
          </p:nvPr>
        </p:nvSpPr>
        <p:spPr>
          <a:xfrm>
            <a:off x="7895425" y="-39600"/>
            <a:ext cx="1138500" cy="307800"/>
          </a:xfrm>
          <a:prstGeom prst="rect">
            <a:avLst/>
          </a:prstGeom>
        </p:spPr>
        <p:txBody>
          <a:bodyPr anchorCtr="0" anchor="t" bIns="91425" lIns="91425" spcFirstLastPara="1" rIns="91425" wrap="square" tIns="91425">
            <a:spAutoFit/>
          </a:bodyPr>
          <a:lstStyle/>
          <a:p>
            <a:pPr indent="0" lvl="0" marL="0" rtl="0" algn="r">
              <a:spcBef>
                <a:spcPts val="0"/>
              </a:spcBef>
              <a:spcAft>
                <a:spcPts val="0"/>
              </a:spcAft>
              <a:buNone/>
            </a:pPr>
            <a:r>
              <a:rPr lang="en"/>
              <a:t>DATE</a:t>
            </a:r>
            <a:endParaRPr/>
          </a:p>
        </p:txBody>
      </p:sp>
      <p:sp>
        <p:nvSpPr>
          <p:cNvPr id="1911" name="Google Shape;1911;p45"/>
          <p:cNvSpPr txBox="1"/>
          <p:nvPr>
            <p:ph idx="2" type="subTitle"/>
          </p:nvPr>
        </p:nvSpPr>
        <p:spPr>
          <a:xfrm>
            <a:off x="2952750" y="2021028"/>
            <a:ext cx="3238500" cy="7389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chemeClr val="dk1"/>
              </a:buClr>
              <a:buSzPts val="1100"/>
              <a:buFont typeface="Arial"/>
              <a:buNone/>
            </a:pPr>
            <a:r>
              <a:rPr lang="en" sz="1400"/>
              <a:t>A demo‑ready, agentic library recommender for school librarians.</a:t>
            </a:r>
            <a:r>
              <a:rPr lang="en"/>
              <a:t> </a:t>
            </a:r>
            <a:endParaRPr/>
          </a:p>
        </p:txBody>
      </p:sp>
      <p:sp>
        <p:nvSpPr>
          <p:cNvPr id="1912" name="Google Shape;1912;p45"/>
          <p:cNvSpPr txBox="1"/>
          <p:nvPr>
            <p:ph type="title"/>
          </p:nvPr>
        </p:nvSpPr>
        <p:spPr>
          <a:xfrm>
            <a:off x="663325" y="369000"/>
            <a:ext cx="5340900" cy="20052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2800">
                <a:latin typeface="Arial"/>
                <a:ea typeface="Arial"/>
                <a:cs typeface="Arial"/>
                <a:sym typeface="Arial"/>
              </a:rPr>
              <a:t>Qvest Reading Momentum POC</a:t>
            </a:r>
            <a:endParaRPr sz="28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sz="28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en" sz="1400">
                <a:latin typeface="Arial"/>
                <a:ea typeface="Arial"/>
                <a:cs typeface="Arial"/>
                <a:sym typeface="Arial"/>
              </a:rPr>
              <a:t>By: Gustavo Franco</a:t>
            </a:r>
            <a:endParaRPr sz="1400">
              <a:latin typeface="Arial"/>
              <a:ea typeface="Arial"/>
              <a:cs typeface="Arial"/>
              <a:sym typeface="Arial"/>
            </a:endParaRPr>
          </a:p>
        </p:txBody>
      </p:sp>
      <p:sp>
        <p:nvSpPr>
          <p:cNvPr id="1913" name="Google Shape;1913;p45"/>
          <p:cNvSpPr txBox="1"/>
          <p:nvPr>
            <p:ph idx="3" type="body"/>
          </p:nvPr>
        </p:nvSpPr>
        <p:spPr>
          <a:xfrm>
            <a:off x="167325" y="-39600"/>
            <a:ext cx="1169700" cy="33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Name </a:t>
            </a:r>
            <a:endParaRPr/>
          </a:p>
        </p:txBody>
      </p:sp>
      <p:sp>
        <p:nvSpPr>
          <p:cNvPr id="1914" name="Google Shape;1914;p45"/>
          <p:cNvSpPr txBox="1"/>
          <p:nvPr>
            <p:ph idx="4" type="body"/>
          </p:nvPr>
        </p:nvSpPr>
        <p:spPr>
          <a:xfrm>
            <a:off x="940775" y="-39600"/>
            <a:ext cx="3810300" cy="3078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Department    Course Number    Section    Time    Location</a:t>
            </a:r>
            <a:endParaRPr/>
          </a:p>
        </p:txBody>
      </p:sp>
      <p:grpSp>
        <p:nvGrpSpPr>
          <p:cNvPr id="1915" name="Google Shape;1915;p45"/>
          <p:cNvGrpSpPr/>
          <p:nvPr/>
        </p:nvGrpSpPr>
        <p:grpSpPr>
          <a:xfrm>
            <a:off x="1966534" y="2571650"/>
            <a:ext cx="5210945" cy="2242155"/>
            <a:chOff x="2267909" y="2831175"/>
            <a:chExt cx="4608193" cy="1982804"/>
          </a:xfrm>
        </p:grpSpPr>
        <p:grpSp>
          <p:nvGrpSpPr>
            <p:cNvPr id="1916" name="Google Shape;1916;p45"/>
            <p:cNvGrpSpPr/>
            <p:nvPr/>
          </p:nvGrpSpPr>
          <p:grpSpPr>
            <a:xfrm>
              <a:off x="2267909" y="3080044"/>
              <a:ext cx="4608193" cy="1733935"/>
              <a:chOff x="5485193" y="340487"/>
              <a:chExt cx="3462464" cy="1302829"/>
            </a:xfrm>
          </p:grpSpPr>
          <p:sp>
            <p:nvSpPr>
              <p:cNvPr id="1917" name="Google Shape;1917;p45"/>
              <p:cNvSpPr/>
              <p:nvPr/>
            </p:nvSpPr>
            <p:spPr>
              <a:xfrm>
                <a:off x="5485193" y="340487"/>
                <a:ext cx="3462464" cy="1296479"/>
              </a:xfrm>
              <a:custGeom>
                <a:rect b="b" l="l" r="r" t="t"/>
                <a:pathLst>
                  <a:path extrusionOk="0" h="1296479" w="3462464">
                    <a:moveTo>
                      <a:pt x="0" y="0"/>
                    </a:moveTo>
                    <a:lnTo>
                      <a:pt x="3462464" y="0"/>
                    </a:lnTo>
                    <a:lnTo>
                      <a:pt x="3462464" y="1296480"/>
                    </a:lnTo>
                    <a:lnTo>
                      <a:pt x="0" y="1296480"/>
                    </a:lnTo>
                    <a:close/>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18" name="Google Shape;1918;p45"/>
              <p:cNvSpPr/>
              <p:nvPr/>
            </p:nvSpPr>
            <p:spPr>
              <a:xfrm>
                <a:off x="7840218"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19" name="Google Shape;1919;p45"/>
              <p:cNvSpPr/>
              <p:nvPr/>
            </p:nvSpPr>
            <p:spPr>
              <a:xfrm>
                <a:off x="8024812"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20" name="Google Shape;1920;p45"/>
              <p:cNvSpPr/>
              <p:nvPr/>
            </p:nvSpPr>
            <p:spPr>
              <a:xfrm>
                <a:off x="8209343"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21" name="Google Shape;1921;p45"/>
              <p:cNvSpPr/>
              <p:nvPr/>
            </p:nvSpPr>
            <p:spPr>
              <a:xfrm>
                <a:off x="8393938"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22" name="Google Shape;1922;p45"/>
              <p:cNvSpPr/>
              <p:nvPr/>
            </p:nvSpPr>
            <p:spPr>
              <a:xfrm>
                <a:off x="8578532"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23" name="Google Shape;1923;p45"/>
              <p:cNvSpPr/>
              <p:nvPr/>
            </p:nvSpPr>
            <p:spPr>
              <a:xfrm>
                <a:off x="8763063"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24" name="Google Shape;1924;p45"/>
              <p:cNvSpPr/>
              <p:nvPr/>
            </p:nvSpPr>
            <p:spPr>
              <a:xfrm>
                <a:off x="6755003"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25" name="Google Shape;1925;p45"/>
              <p:cNvSpPr/>
              <p:nvPr/>
            </p:nvSpPr>
            <p:spPr>
              <a:xfrm>
                <a:off x="6939597"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26" name="Google Shape;1926;p45"/>
              <p:cNvSpPr/>
              <p:nvPr/>
            </p:nvSpPr>
            <p:spPr>
              <a:xfrm>
                <a:off x="7124128"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27" name="Google Shape;1927;p45"/>
              <p:cNvSpPr/>
              <p:nvPr/>
            </p:nvSpPr>
            <p:spPr>
              <a:xfrm>
                <a:off x="7308723"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28" name="Google Shape;1928;p45"/>
              <p:cNvSpPr/>
              <p:nvPr/>
            </p:nvSpPr>
            <p:spPr>
              <a:xfrm>
                <a:off x="7493317"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29" name="Google Shape;1929;p45"/>
              <p:cNvSpPr/>
              <p:nvPr/>
            </p:nvSpPr>
            <p:spPr>
              <a:xfrm>
                <a:off x="7677911"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30" name="Google Shape;1930;p45"/>
              <p:cNvSpPr/>
              <p:nvPr/>
            </p:nvSpPr>
            <p:spPr>
              <a:xfrm>
                <a:off x="5669788"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31" name="Google Shape;1931;p45"/>
              <p:cNvSpPr/>
              <p:nvPr/>
            </p:nvSpPr>
            <p:spPr>
              <a:xfrm>
                <a:off x="5854382"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32" name="Google Shape;1932;p45"/>
              <p:cNvSpPr/>
              <p:nvPr/>
            </p:nvSpPr>
            <p:spPr>
              <a:xfrm>
                <a:off x="6038977"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33" name="Google Shape;1933;p45"/>
              <p:cNvSpPr/>
              <p:nvPr/>
            </p:nvSpPr>
            <p:spPr>
              <a:xfrm>
                <a:off x="6223508"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34" name="Google Shape;1934;p45"/>
              <p:cNvSpPr/>
              <p:nvPr/>
            </p:nvSpPr>
            <p:spPr>
              <a:xfrm>
                <a:off x="6408102"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35" name="Google Shape;1935;p45"/>
              <p:cNvSpPr/>
              <p:nvPr/>
            </p:nvSpPr>
            <p:spPr>
              <a:xfrm>
                <a:off x="6592697"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36" name="Google Shape;1936;p45"/>
              <p:cNvSpPr/>
              <p:nvPr/>
            </p:nvSpPr>
            <p:spPr>
              <a:xfrm>
                <a:off x="5485193" y="525653"/>
                <a:ext cx="3462464" cy="6350"/>
              </a:xfrm>
              <a:custGeom>
                <a:rect b="b" l="l" r="r" t="t"/>
                <a:pathLst>
                  <a:path extrusionOk="0" h="6350" w="3462464">
                    <a:moveTo>
                      <a:pt x="0" y="0"/>
                    </a:moveTo>
                    <a:lnTo>
                      <a:pt x="3462464" y="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37" name="Google Shape;1937;p45"/>
              <p:cNvSpPr/>
              <p:nvPr/>
            </p:nvSpPr>
            <p:spPr>
              <a:xfrm>
                <a:off x="5485193" y="1451737"/>
                <a:ext cx="3462464" cy="6350"/>
              </a:xfrm>
              <a:custGeom>
                <a:rect b="b" l="l" r="r" t="t"/>
                <a:pathLst>
                  <a:path extrusionOk="0" h="6350" w="3462464">
                    <a:moveTo>
                      <a:pt x="0" y="0"/>
                    </a:moveTo>
                    <a:lnTo>
                      <a:pt x="3462464" y="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38" name="Google Shape;1938;p45"/>
              <p:cNvSpPr/>
              <p:nvPr/>
            </p:nvSpPr>
            <p:spPr>
              <a:xfrm>
                <a:off x="5485193" y="1636966"/>
                <a:ext cx="3462464" cy="6350"/>
              </a:xfrm>
              <a:custGeom>
                <a:rect b="b" l="l" r="r" t="t"/>
                <a:pathLst>
                  <a:path extrusionOk="0" h="6350" w="3462464">
                    <a:moveTo>
                      <a:pt x="0" y="0"/>
                    </a:moveTo>
                    <a:lnTo>
                      <a:pt x="3462464" y="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39" name="Google Shape;1939;p45"/>
              <p:cNvSpPr/>
              <p:nvPr/>
            </p:nvSpPr>
            <p:spPr>
              <a:xfrm>
                <a:off x="5485193" y="1266507"/>
                <a:ext cx="3462464" cy="6350"/>
              </a:xfrm>
              <a:custGeom>
                <a:rect b="b" l="l" r="r" t="t"/>
                <a:pathLst>
                  <a:path extrusionOk="0" h="6350" w="3462464">
                    <a:moveTo>
                      <a:pt x="0" y="0"/>
                    </a:moveTo>
                    <a:lnTo>
                      <a:pt x="3462464" y="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40" name="Google Shape;1940;p45"/>
              <p:cNvSpPr/>
              <p:nvPr/>
            </p:nvSpPr>
            <p:spPr>
              <a:xfrm>
                <a:off x="5485193" y="1081278"/>
                <a:ext cx="3462464" cy="6350"/>
              </a:xfrm>
              <a:custGeom>
                <a:rect b="b" l="l" r="r" t="t"/>
                <a:pathLst>
                  <a:path extrusionOk="0" h="6350" w="3462464">
                    <a:moveTo>
                      <a:pt x="0" y="0"/>
                    </a:moveTo>
                    <a:lnTo>
                      <a:pt x="3462464" y="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41" name="Google Shape;1941;p45"/>
              <p:cNvSpPr/>
              <p:nvPr/>
            </p:nvSpPr>
            <p:spPr>
              <a:xfrm>
                <a:off x="5485193" y="896112"/>
                <a:ext cx="3462464" cy="6350"/>
              </a:xfrm>
              <a:custGeom>
                <a:rect b="b" l="l" r="r" t="t"/>
                <a:pathLst>
                  <a:path extrusionOk="0" h="6350" w="3462464">
                    <a:moveTo>
                      <a:pt x="0" y="0"/>
                    </a:moveTo>
                    <a:lnTo>
                      <a:pt x="3462464" y="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42" name="Google Shape;1942;p45"/>
              <p:cNvSpPr/>
              <p:nvPr/>
            </p:nvSpPr>
            <p:spPr>
              <a:xfrm>
                <a:off x="5485193" y="710882"/>
                <a:ext cx="3462464" cy="6350"/>
              </a:xfrm>
              <a:custGeom>
                <a:rect b="b" l="l" r="r" t="t"/>
                <a:pathLst>
                  <a:path extrusionOk="0" h="6350" w="3462464">
                    <a:moveTo>
                      <a:pt x="0" y="0"/>
                    </a:moveTo>
                    <a:lnTo>
                      <a:pt x="3462464" y="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943" name="Google Shape;1943;p45"/>
            <p:cNvSpPr/>
            <p:nvPr/>
          </p:nvSpPr>
          <p:spPr>
            <a:xfrm>
              <a:off x="2764500" y="3326025"/>
              <a:ext cx="1195167" cy="737592"/>
            </a:xfrm>
            <a:custGeom>
              <a:rect b="b" l="l" r="r" t="t"/>
              <a:pathLst>
                <a:path extrusionOk="0" h="555625" w="922909">
                  <a:moveTo>
                    <a:pt x="0" y="0"/>
                  </a:moveTo>
                  <a:lnTo>
                    <a:pt x="922909" y="0"/>
                  </a:lnTo>
                  <a:lnTo>
                    <a:pt x="922909" y="555625"/>
                  </a:lnTo>
                  <a:lnTo>
                    <a:pt x="0" y="555625"/>
                  </a:lnTo>
                  <a:close/>
                </a:path>
              </a:pathLst>
            </a:custGeom>
            <a:solidFill>
              <a:schemeClr val="accent5"/>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44" name="Google Shape;1944;p45"/>
            <p:cNvSpPr/>
            <p:nvPr/>
          </p:nvSpPr>
          <p:spPr>
            <a:xfrm>
              <a:off x="5406200" y="2831175"/>
              <a:ext cx="974139" cy="985252"/>
            </a:xfrm>
            <a:custGeom>
              <a:rect b="b" l="l" r="r" t="t"/>
              <a:pathLst>
                <a:path extrusionOk="0" h="740791" w="740790">
                  <a:moveTo>
                    <a:pt x="740791" y="370395"/>
                  </a:moveTo>
                  <a:cubicBezTo>
                    <a:pt x="740791" y="574959"/>
                    <a:pt x="574959" y="740791"/>
                    <a:pt x="370396" y="740791"/>
                  </a:cubicBezTo>
                  <a:cubicBezTo>
                    <a:pt x="165832" y="740791"/>
                    <a:pt x="0" y="574959"/>
                    <a:pt x="0" y="370395"/>
                  </a:cubicBezTo>
                  <a:cubicBezTo>
                    <a:pt x="0" y="165832"/>
                    <a:pt x="165832" y="0"/>
                    <a:pt x="370396" y="0"/>
                  </a:cubicBezTo>
                  <a:cubicBezTo>
                    <a:pt x="574959" y="0"/>
                    <a:pt x="740791" y="165832"/>
                    <a:pt x="740791" y="370395"/>
                  </a:cubicBezTo>
                  <a:close/>
                </a:path>
              </a:pathLst>
            </a:custGeom>
            <a:solidFill>
              <a:schemeClr val="accent3"/>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45" name="Google Shape;1945;p45"/>
            <p:cNvSpPr/>
            <p:nvPr/>
          </p:nvSpPr>
          <p:spPr>
            <a:xfrm>
              <a:off x="4203775" y="3816425"/>
              <a:ext cx="736446" cy="738062"/>
            </a:xfrm>
            <a:custGeom>
              <a:rect b="b" l="l" r="r" t="t"/>
              <a:pathLst>
                <a:path extrusionOk="0" h="581151" w="553719">
                  <a:moveTo>
                    <a:pt x="553720" y="581152"/>
                  </a:moveTo>
                  <a:lnTo>
                    <a:pt x="0" y="581152"/>
                  </a:lnTo>
                  <a:lnTo>
                    <a:pt x="0" y="0"/>
                  </a:lnTo>
                  <a:lnTo>
                    <a:pt x="553720" y="581152"/>
                  </a:lnTo>
                  <a:close/>
                </a:path>
              </a:pathLst>
            </a:custGeom>
            <a:solidFill>
              <a:schemeClr val="accent2"/>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9" name="Shape 1949"/>
        <p:cNvGrpSpPr/>
        <p:nvPr/>
      </p:nvGrpSpPr>
      <p:grpSpPr>
        <a:xfrm>
          <a:off x="0" y="0"/>
          <a:ext cx="0" cy="0"/>
          <a:chOff x="0" y="0"/>
          <a:chExt cx="0" cy="0"/>
        </a:xfrm>
      </p:grpSpPr>
      <p:sp>
        <p:nvSpPr>
          <p:cNvPr id="1950" name="Google Shape;1950;p46"/>
          <p:cNvSpPr txBox="1"/>
          <p:nvPr>
            <p:ph idx="1" type="body"/>
          </p:nvPr>
        </p:nvSpPr>
        <p:spPr>
          <a:xfrm>
            <a:off x="7509125" y="-39600"/>
            <a:ext cx="1524900" cy="431100"/>
          </a:xfrm>
          <a:prstGeom prst="rect">
            <a:avLst/>
          </a:prstGeom>
        </p:spPr>
        <p:txBody>
          <a:bodyPr anchorCtr="0" anchor="t" bIns="91425" lIns="91425" spcFirstLastPara="1" rIns="91425" wrap="square" tIns="91425">
            <a:spAutoFit/>
          </a:bodyPr>
          <a:lstStyle/>
          <a:p>
            <a:pPr indent="0" lvl="0" marL="0" rtl="0" algn="r">
              <a:spcBef>
                <a:spcPts val="0"/>
              </a:spcBef>
              <a:spcAft>
                <a:spcPts val="0"/>
              </a:spcAft>
              <a:buClr>
                <a:schemeClr val="dk1"/>
              </a:buClr>
              <a:buSzPts val="1100"/>
              <a:buNone/>
            </a:pPr>
            <a:r>
              <a:rPr lang="en"/>
              <a:t>DATE</a:t>
            </a:r>
            <a:endParaRPr/>
          </a:p>
          <a:p>
            <a:pPr indent="0" lvl="0" marL="0" rtl="0" algn="r">
              <a:spcBef>
                <a:spcPts val="0"/>
              </a:spcBef>
              <a:spcAft>
                <a:spcPts val="0"/>
              </a:spcAft>
              <a:buNone/>
            </a:pPr>
            <a:r>
              <a:t/>
            </a:r>
            <a:endParaRPr/>
          </a:p>
        </p:txBody>
      </p:sp>
      <p:sp>
        <p:nvSpPr>
          <p:cNvPr id="1951" name="Google Shape;1951;p46"/>
          <p:cNvSpPr txBox="1"/>
          <p:nvPr>
            <p:ph idx="3" type="body"/>
          </p:nvPr>
        </p:nvSpPr>
        <p:spPr>
          <a:xfrm>
            <a:off x="167325" y="-39600"/>
            <a:ext cx="1169700" cy="431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None/>
            </a:pPr>
            <a:r>
              <a:rPr b="1" lang="en"/>
              <a:t>Name </a:t>
            </a:r>
            <a:endParaRPr/>
          </a:p>
          <a:p>
            <a:pPr indent="0" lvl="0" marL="0" rtl="0" algn="l">
              <a:spcBef>
                <a:spcPts val="0"/>
              </a:spcBef>
              <a:spcAft>
                <a:spcPts val="0"/>
              </a:spcAft>
              <a:buNone/>
            </a:pPr>
            <a:r>
              <a:t/>
            </a:r>
            <a:endParaRPr/>
          </a:p>
        </p:txBody>
      </p:sp>
      <p:sp>
        <p:nvSpPr>
          <p:cNvPr id="1952" name="Google Shape;1952;p46"/>
          <p:cNvSpPr txBox="1"/>
          <p:nvPr>
            <p:ph idx="4" type="body"/>
          </p:nvPr>
        </p:nvSpPr>
        <p:spPr>
          <a:xfrm>
            <a:off x="940775" y="-39600"/>
            <a:ext cx="3810300" cy="431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a:t>Department    Course Number    Section    Time    Location</a:t>
            </a:r>
            <a:endParaRPr/>
          </a:p>
          <a:p>
            <a:pPr indent="0" lvl="0" marL="0" rtl="0" algn="l">
              <a:spcBef>
                <a:spcPts val="0"/>
              </a:spcBef>
              <a:spcAft>
                <a:spcPts val="0"/>
              </a:spcAft>
              <a:buNone/>
            </a:pPr>
            <a:r>
              <a:t/>
            </a:r>
            <a:endParaRPr/>
          </a:p>
        </p:txBody>
      </p:sp>
      <p:grpSp>
        <p:nvGrpSpPr>
          <p:cNvPr id="1953" name="Google Shape;1953;p46"/>
          <p:cNvGrpSpPr/>
          <p:nvPr/>
        </p:nvGrpSpPr>
        <p:grpSpPr>
          <a:xfrm>
            <a:off x="7509125" y="1270313"/>
            <a:ext cx="1258500" cy="902350"/>
            <a:chOff x="6575700" y="2242475"/>
            <a:chExt cx="1258500" cy="902350"/>
          </a:xfrm>
        </p:grpSpPr>
        <p:sp>
          <p:nvSpPr>
            <p:cNvPr id="1954" name="Google Shape;1954;p46"/>
            <p:cNvSpPr/>
            <p:nvPr/>
          </p:nvSpPr>
          <p:spPr>
            <a:xfrm>
              <a:off x="6596750" y="2242475"/>
              <a:ext cx="411300" cy="81600"/>
            </a:xfrm>
            <a:prstGeom prst="round2SameRect">
              <a:avLst>
                <a:gd fmla="val 50000" name="adj1"/>
                <a:gd fmla="val 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55" name="Google Shape;1955;p46"/>
            <p:cNvSpPr/>
            <p:nvPr/>
          </p:nvSpPr>
          <p:spPr>
            <a:xfrm>
              <a:off x="6575700" y="2318025"/>
              <a:ext cx="1258500" cy="826800"/>
            </a:xfrm>
            <a:prstGeom prst="roundRect">
              <a:avLst>
                <a:gd fmla="val 5261"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956" name="Google Shape;1956;p46"/>
            <p:cNvCxnSpPr/>
            <p:nvPr/>
          </p:nvCxnSpPr>
          <p:spPr>
            <a:xfrm>
              <a:off x="6576540" y="3091250"/>
              <a:ext cx="1256700" cy="0"/>
            </a:xfrm>
            <a:prstGeom prst="straightConnector1">
              <a:avLst/>
            </a:prstGeom>
            <a:noFill/>
            <a:ln cap="flat" cmpd="sng" w="9525">
              <a:solidFill>
                <a:schemeClr val="accent4"/>
              </a:solidFill>
              <a:prstDash val="solid"/>
              <a:round/>
              <a:headEnd len="med" w="med" type="none"/>
              <a:tailEnd len="med" w="med" type="none"/>
            </a:ln>
            <a:effectLst>
              <a:outerShdw blurRad="57150" rotWithShape="0" algn="bl" dir="5400000" dist="19050">
                <a:srgbClr val="000000">
                  <a:alpha val="30000"/>
                </a:srgbClr>
              </a:outerShdw>
            </a:effectLst>
          </p:spPr>
        </p:cxnSp>
      </p:grpSp>
      <p:sp>
        <p:nvSpPr>
          <p:cNvPr id="1957" name="Google Shape;1957;p46"/>
          <p:cNvSpPr txBox="1"/>
          <p:nvPr/>
        </p:nvSpPr>
        <p:spPr>
          <a:xfrm>
            <a:off x="376375" y="2202438"/>
            <a:ext cx="12585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Lexend Light"/>
                <a:ea typeface="Lexend Light"/>
                <a:cs typeface="Lexend Light"/>
                <a:sym typeface="Lexend Light"/>
              </a:rPr>
              <a:t>Problem</a:t>
            </a:r>
            <a:endParaRPr sz="1200">
              <a:solidFill>
                <a:schemeClr val="dk1"/>
              </a:solidFill>
              <a:latin typeface="Lexend Light"/>
              <a:ea typeface="Lexend Light"/>
              <a:cs typeface="Lexend Light"/>
              <a:sym typeface="Lexend Light"/>
            </a:endParaRPr>
          </a:p>
        </p:txBody>
      </p:sp>
      <p:sp>
        <p:nvSpPr>
          <p:cNvPr id="1958" name="Google Shape;1958;p46"/>
          <p:cNvSpPr txBox="1"/>
          <p:nvPr/>
        </p:nvSpPr>
        <p:spPr>
          <a:xfrm>
            <a:off x="2753850" y="2202438"/>
            <a:ext cx="12585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Lexend Light"/>
                <a:ea typeface="Lexend Light"/>
                <a:cs typeface="Lexend Light"/>
                <a:sym typeface="Lexend Light"/>
              </a:rPr>
              <a:t>Exec Summary</a:t>
            </a:r>
            <a:endParaRPr sz="1200">
              <a:solidFill>
                <a:schemeClr val="dk1"/>
              </a:solidFill>
              <a:latin typeface="Lexend Light"/>
              <a:ea typeface="Lexend Light"/>
              <a:cs typeface="Lexend Light"/>
              <a:sym typeface="Lexend Light"/>
            </a:endParaRPr>
          </a:p>
        </p:txBody>
      </p:sp>
      <p:sp>
        <p:nvSpPr>
          <p:cNvPr id="1959" name="Google Shape;1959;p46"/>
          <p:cNvSpPr txBox="1"/>
          <p:nvPr/>
        </p:nvSpPr>
        <p:spPr>
          <a:xfrm>
            <a:off x="5129175" y="2202438"/>
            <a:ext cx="12585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Lexend Light"/>
                <a:ea typeface="Lexend Light"/>
                <a:cs typeface="Lexend Light"/>
                <a:sym typeface="Lexend Light"/>
              </a:rPr>
              <a:t>Demo</a:t>
            </a:r>
            <a:endParaRPr sz="1200">
              <a:solidFill>
                <a:schemeClr val="dk1"/>
              </a:solidFill>
              <a:latin typeface="Lexend Light"/>
              <a:ea typeface="Lexend Light"/>
              <a:cs typeface="Lexend Light"/>
              <a:sym typeface="Lexend Light"/>
            </a:endParaRPr>
          </a:p>
        </p:txBody>
      </p:sp>
      <p:sp>
        <p:nvSpPr>
          <p:cNvPr id="1960" name="Google Shape;1960;p46"/>
          <p:cNvSpPr txBox="1"/>
          <p:nvPr/>
        </p:nvSpPr>
        <p:spPr>
          <a:xfrm>
            <a:off x="7509125" y="2202438"/>
            <a:ext cx="12585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Lexend Light"/>
                <a:ea typeface="Lexend Light"/>
                <a:cs typeface="Lexend Light"/>
                <a:sym typeface="Lexend Light"/>
              </a:rPr>
              <a:t>System Overview</a:t>
            </a:r>
            <a:endParaRPr sz="1200">
              <a:solidFill>
                <a:schemeClr val="dk1"/>
              </a:solidFill>
              <a:latin typeface="Lexend Light"/>
              <a:ea typeface="Lexend Light"/>
              <a:cs typeface="Lexend Light"/>
              <a:sym typeface="Lexend Light"/>
            </a:endParaRPr>
          </a:p>
        </p:txBody>
      </p:sp>
      <p:grpSp>
        <p:nvGrpSpPr>
          <p:cNvPr id="1961" name="Google Shape;1961;p46"/>
          <p:cNvGrpSpPr/>
          <p:nvPr/>
        </p:nvGrpSpPr>
        <p:grpSpPr>
          <a:xfrm>
            <a:off x="376375" y="1270313"/>
            <a:ext cx="1258500" cy="902350"/>
            <a:chOff x="1209150" y="2242475"/>
            <a:chExt cx="1258500" cy="902350"/>
          </a:xfrm>
        </p:grpSpPr>
        <p:sp>
          <p:nvSpPr>
            <p:cNvPr id="1962" name="Google Shape;1962;p46"/>
            <p:cNvSpPr/>
            <p:nvPr/>
          </p:nvSpPr>
          <p:spPr>
            <a:xfrm>
              <a:off x="1230200" y="2242475"/>
              <a:ext cx="411300" cy="81600"/>
            </a:xfrm>
            <a:prstGeom prst="round2SameRect">
              <a:avLst>
                <a:gd fmla="val 50000" name="adj1"/>
                <a:gd fmla="val 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63" name="Google Shape;1963;p46"/>
            <p:cNvSpPr/>
            <p:nvPr/>
          </p:nvSpPr>
          <p:spPr>
            <a:xfrm>
              <a:off x="1209150" y="2318025"/>
              <a:ext cx="1258500" cy="826800"/>
            </a:xfrm>
            <a:prstGeom prst="roundRect">
              <a:avLst>
                <a:gd fmla="val 5261"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964" name="Google Shape;1964;p46"/>
            <p:cNvCxnSpPr/>
            <p:nvPr/>
          </p:nvCxnSpPr>
          <p:spPr>
            <a:xfrm>
              <a:off x="1209990" y="3091250"/>
              <a:ext cx="1256700" cy="0"/>
            </a:xfrm>
            <a:prstGeom prst="straightConnector1">
              <a:avLst/>
            </a:prstGeom>
            <a:noFill/>
            <a:ln cap="flat" cmpd="sng" w="9525">
              <a:solidFill>
                <a:schemeClr val="accent5"/>
              </a:solidFill>
              <a:prstDash val="solid"/>
              <a:round/>
              <a:headEnd len="med" w="med" type="none"/>
              <a:tailEnd len="med" w="med" type="none"/>
            </a:ln>
            <a:effectLst>
              <a:outerShdw blurRad="57150" rotWithShape="0" algn="bl" dir="5400000" dist="19050">
                <a:srgbClr val="000000">
                  <a:alpha val="30000"/>
                </a:srgbClr>
              </a:outerShdw>
            </a:effectLst>
          </p:spPr>
        </p:cxnSp>
      </p:grpSp>
      <p:grpSp>
        <p:nvGrpSpPr>
          <p:cNvPr id="1965" name="Google Shape;1965;p46"/>
          <p:cNvGrpSpPr/>
          <p:nvPr/>
        </p:nvGrpSpPr>
        <p:grpSpPr>
          <a:xfrm>
            <a:off x="2753958" y="1270313"/>
            <a:ext cx="1258500" cy="902350"/>
            <a:chOff x="2998000" y="2242475"/>
            <a:chExt cx="1258500" cy="902350"/>
          </a:xfrm>
        </p:grpSpPr>
        <p:sp>
          <p:nvSpPr>
            <p:cNvPr id="1966" name="Google Shape;1966;p46"/>
            <p:cNvSpPr/>
            <p:nvPr/>
          </p:nvSpPr>
          <p:spPr>
            <a:xfrm>
              <a:off x="3019050" y="2242475"/>
              <a:ext cx="411300" cy="81600"/>
            </a:xfrm>
            <a:prstGeom prst="round2SameRect">
              <a:avLst>
                <a:gd fmla="val 50000" name="adj1"/>
                <a:gd fmla="val 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67" name="Google Shape;1967;p46"/>
            <p:cNvSpPr/>
            <p:nvPr/>
          </p:nvSpPr>
          <p:spPr>
            <a:xfrm>
              <a:off x="2998000" y="2318025"/>
              <a:ext cx="1258500" cy="826800"/>
            </a:xfrm>
            <a:prstGeom prst="roundRect">
              <a:avLst>
                <a:gd fmla="val 5261"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968" name="Google Shape;1968;p46"/>
            <p:cNvCxnSpPr/>
            <p:nvPr/>
          </p:nvCxnSpPr>
          <p:spPr>
            <a:xfrm>
              <a:off x="2998840" y="3091250"/>
              <a:ext cx="1256700" cy="0"/>
            </a:xfrm>
            <a:prstGeom prst="straightConnector1">
              <a:avLst/>
            </a:prstGeom>
            <a:noFill/>
            <a:ln cap="flat" cmpd="sng" w="9525">
              <a:solidFill>
                <a:schemeClr val="accent2"/>
              </a:solidFill>
              <a:prstDash val="solid"/>
              <a:round/>
              <a:headEnd len="med" w="med" type="none"/>
              <a:tailEnd len="med" w="med" type="none"/>
            </a:ln>
            <a:effectLst>
              <a:outerShdw blurRad="57150" rotWithShape="0" algn="bl" dir="5400000" dist="19050">
                <a:srgbClr val="000000">
                  <a:alpha val="30000"/>
                </a:srgbClr>
              </a:outerShdw>
            </a:effectLst>
          </p:spPr>
        </p:cxnSp>
      </p:grpSp>
      <p:grpSp>
        <p:nvGrpSpPr>
          <p:cNvPr id="1969" name="Google Shape;1969;p46"/>
          <p:cNvGrpSpPr/>
          <p:nvPr/>
        </p:nvGrpSpPr>
        <p:grpSpPr>
          <a:xfrm>
            <a:off x="5131542" y="1270313"/>
            <a:ext cx="1258500" cy="902350"/>
            <a:chOff x="4786850" y="2242475"/>
            <a:chExt cx="1258500" cy="902350"/>
          </a:xfrm>
        </p:grpSpPr>
        <p:sp>
          <p:nvSpPr>
            <p:cNvPr id="1970" name="Google Shape;1970;p46"/>
            <p:cNvSpPr/>
            <p:nvPr/>
          </p:nvSpPr>
          <p:spPr>
            <a:xfrm>
              <a:off x="4807900" y="2242475"/>
              <a:ext cx="411300" cy="81600"/>
            </a:xfrm>
            <a:prstGeom prst="round2SameRect">
              <a:avLst>
                <a:gd fmla="val 50000" name="adj1"/>
                <a:gd fmla="val 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71" name="Google Shape;1971;p46"/>
            <p:cNvSpPr/>
            <p:nvPr/>
          </p:nvSpPr>
          <p:spPr>
            <a:xfrm>
              <a:off x="4786850" y="2318025"/>
              <a:ext cx="1258500" cy="826800"/>
            </a:xfrm>
            <a:prstGeom prst="roundRect">
              <a:avLst>
                <a:gd fmla="val 5261"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972" name="Google Shape;1972;p46"/>
            <p:cNvCxnSpPr/>
            <p:nvPr/>
          </p:nvCxnSpPr>
          <p:spPr>
            <a:xfrm>
              <a:off x="4787690" y="3091250"/>
              <a:ext cx="1256700" cy="0"/>
            </a:xfrm>
            <a:prstGeom prst="straightConnector1">
              <a:avLst/>
            </a:prstGeom>
            <a:noFill/>
            <a:ln cap="flat" cmpd="sng" w="9525">
              <a:solidFill>
                <a:schemeClr val="accent3"/>
              </a:solidFill>
              <a:prstDash val="solid"/>
              <a:round/>
              <a:headEnd len="med" w="med" type="none"/>
              <a:tailEnd len="med" w="med" type="none"/>
            </a:ln>
            <a:effectLst>
              <a:outerShdw blurRad="57150" rotWithShape="0" algn="bl" dir="5400000" dist="19050">
                <a:srgbClr val="000000">
                  <a:alpha val="30000"/>
                </a:srgbClr>
              </a:outerShdw>
            </a:effectLst>
          </p:spPr>
        </p:cxnSp>
      </p:grpSp>
      <p:grpSp>
        <p:nvGrpSpPr>
          <p:cNvPr id="1973" name="Google Shape;1973;p46"/>
          <p:cNvGrpSpPr/>
          <p:nvPr/>
        </p:nvGrpSpPr>
        <p:grpSpPr>
          <a:xfrm>
            <a:off x="7509125" y="2981338"/>
            <a:ext cx="1258500" cy="902350"/>
            <a:chOff x="6575700" y="2242475"/>
            <a:chExt cx="1258500" cy="902350"/>
          </a:xfrm>
        </p:grpSpPr>
        <p:sp>
          <p:nvSpPr>
            <p:cNvPr id="1974" name="Google Shape;1974;p46"/>
            <p:cNvSpPr/>
            <p:nvPr/>
          </p:nvSpPr>
          <p:spPr>
            <a:xfrm>
              <a:off x="6596750" y="2242475"/>
              <a:ext cx="411300" cy="81600"/>
            </a:xfrm>
            <a:prstGeom prst="round2SameRect">
              <a:avLst>
                <a:gd fmla="val 50000" name="adj1"/>
                <a:gd fmla="val 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75" name="Google Shape;1975;p46"/>
            <p:cNvSpPr/>
            <p:nvPr/>
          </p:nvSpPr>
          <p:spPr>
            <a:xfrm>
              <a:off x="6575700" y="2318025"/>
              <a:ext cx="1258500" cy="826800"/>
            </a:xfrm>
            <a:prstGeom prst="roundRect">
              <a:avLst>
                <a:gd fmla="val 5261"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976" name="Google Shape;1976;p46"/>
            <p:cNvCxnSpPr/>
            <p:nvPr/>
          </p:nvCxnSpPr>
          <p:spPr>
            <a:xfrm>
              <a:off x="6576540" y="3091250"/>
              <a:ext cx="1256700" cy="0"/>
            </a:xfrm>
            <a:prstGeom prst="straightConnector1">
              <a:avLst/>
            </a:prstGeom>
            <a:noFill/>
            <a:ln cap="flat" cmpd="sng" w="9525">
              <a:solidFill>
                <a:schemeClr val="accent4"/>
              </a:solidFill>
              <a:prstDash val="solid"/>
              <a:round/>
              <a:headEnd len="med" w="med" type="none"/>
              <a:tailEnd len="med" w="med" type="none"/>
            </a:ln>
            <a:effectLst>
              <a:outerShdw blurRad="57150" rotWithShape="0" algn="bl" dir="5400000" dist="19050">
                <a:srgbClr val="000000">
                  <a:alpha val="30000"/>
                </a:srgbClr>
              </a:outerShdw>
            </a:effectLst>
          </p:spPr>
        </p:cxnSp>
      </p:grpSp>
      <p:sp>
        <p:nvSpPr>
          <p:cNvPr id="1977" name="Google Shape;1977;p46"/>
          <p:cNvSpPr txBox="1"/>
          <p:nvPr/>
        </p:nvSpPr>
        <p:spPr>
          <a:xfrm>
            <a:off x="376375" y="3913463"/>
            <a:ext cx="12585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Lexend Light"/>
                <a:ea typeface="Lexend Light"/>
                <a:cs typeface="Lexend Light"/>
                <a:sym typeface="Lexend Light"/>
              </a:rPr>
              <a:t>Architecture</a:t>
            </a:r>
            <a:endParaRPr sz="1200">
              <a:solidFill>
                <a:schemeClr val="dk1"/>
              </a:solidFill>
              <a:latin typeface="Lexend Light"/>
              <a:ea typeface="Lexend Light"/>
              <a:cs typeface="Lexend Light"/>
              <a:sym typeface="Lexend Light"/>
            </a:endParaRPr>
          </a:p>
        </p:txBody>
      </p:sp>
      <p:sp>
        <p:nvSpPr>
          <p:cNvPr id="1978" name="Google Shape;1978;p46"/>
          <p:cNvSpPr txBox="1"/>
          <p:nvPr/>
        </p:nvSpPr>
        <p:spPr>
          <a:xfrm>
            <a:off x="2753850" y="3913463"/>
            <a:ext cx="12585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Lexend Light"/>
                <a:ea typeface="Lexend Light"/>
                <a:cs typeface="Lexend Light"/>
                <a:sym typeface="Lexend Light"/>
              </a:rPr>
              <a:t>Risk and Mitigations</a:t>
            </a:r>
            <a:endParaRPr sz="1200">
              <a:solidFill>
                <a:schemeClr val="dk1"/>
              </a:solidFill>
              <a:latin typeface="Lexend Light"/>
              <a:ea typeface="Lexend Light"/>
              <a:cs typeface="Lexend Light"/>
              <a:sym typeface="Lexend Light"/>
            </a:endParaRPr>
          </a:p>
        </p:txBody>
      </p:sp>
      <p:sp>
        <p:nvSpPr>
          <p:cNvPr id="1979" name="Google Shape;1979;p46"/>
          <p:cNvSpPr txBox="1"/>
          <p:nvPr/>
        </p:nvSpPr>
        <p:spPr>
          <a:xfrm>
            <a:off x="5129175" y="3913463"/>
            <a:ext cx="12585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Lexend Light"/>
                <a:ea typeface="Lexend Light"/>
                <a:cs typeface="Lexend Light"/>
                <a:sym typeface="Lexend Light"/>
              </a:rPr>
              <a:t>Roadmap</a:t>
            </a:r>
            <a:endParaRPr sz="1200">
              <a:solidFill>
                <a:schemeClr val="dk1"/>
              </a:solidFill>
              <a:latin typeface="Lexend Light"/>
              <a:ea typeface="Lexend Light"/>
              <a:cs typeface="Lexend Light"/>
              <a:sym typeface="Lexend Light"/>
            </a:endParaRPr>
          </a:p>
        </p:txBody>
      </p:sp>
      <p:sp>
        <p:nvSpPr>
          <p:cNvPr id="1980" name="Google Shape;1980;p46"/>
          <p:cNvSpPr txBox="1"/>
          <p:nvPr/>
        </p:nvSpPr>
        <p:spPr>
          <a:xfrm>
            <a:off x="7509125" y="3913463"/>
            <a:ext cx="12585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Lexend Light"/>
                <a:ea typeface="Lexend Light"/>
                <a:cs typeface="Lexend Light"/>
                <a:sym typeface="Lexend Light"/>
              </a:rPr>
              <a:t>FAQs</a:t>
            </a:r>
            <a:endParaRPr sz="1200">
              <a:solidFill>
                <a:schemeClr val="dk1"/>
              </a:solidFill>
              <a:latin typeface="Lexend Light"/>
              <a:ea typeface="Lexend Light"/>
              <a:cs typeface="Lexend Light"/>
              <a:sym typeface="Lexend Light"/>
            </a:endParaRPr>
          </a:p>
        </p:txBody>
      </p:sp>
      <p:grpSp>
        <p:nvGrpSpPr>
          <p:cNvPr id="1981" name="Google Shape;1981;p46"/>
          <p:cNvGrpSpPr/>
          <p:nvPr/>
        </p:nvGrpSpPr>
        <p:grpSpPr>
          <a:xfrm>
            <a:off x="376375" y="2981338"/>
            <a:ext cx="1258500" cy="902350"/>
            <a:chOff x="1209150" y="2242475"/>
            <a:chExt cx="1258500" cy="902350"/>
          </a:xfrm>
        </p:grpSpPr>
        <p:sp>
          <p:nvSpPr>
            <p:cNvPr id="1982" name="Google Shape;1982;p46"/>
            <p:cNvSpPr/>
            <p:nvPr/>
          </p:nvSpPr>
          <p:spPr>
            <a:xfrm>
              <a:off x="1230200" y="2242475"/>
              <a:ext cx="411300" cy="81600"/>
            </a:xfrm>
            <a:prstGeom prst="round2SameRect">
              <a:avLst>
                <a:gd fmla="val 50000" name="adj1"/>
                <a:gd fmla="val 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83" name="Google Shape;1983;p46"/>
            <p:cNvSpPr/>
            <p:nvPr/>
          </p:nvSpPr>
          <p:spPr>
            <a:xfrm>
              <a:off x="1209150" y="2318025"/>
              <a:ext cx="1258500" cy="826800"/>
            </a:xfrm>
            <a:prstGeom prst="roundRect">
              <a:avLst>
                <a:gd fmla="val 5261"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984" name="Google Shape;1984;p46"/>
            <p:cNvCxnSpPr/>
            <p:nvPr/>
          </p:nvCxnSpPr>
          <p:spPr>
            <a:xfrm>
              <a:off x="1209990" y="3091250"/>
              <a:ext cx="1256700" cy="0"/>
            </a:xfrm>
            <a:prstGeom prst="straightConnector1">
              <a:avLst/>
            </a:prstGeom>
            <a:noFill/>
            <a:ln cap="flat" cmpd="sng" w="9525">
              <a:solidFill>
                <a:schemeClr val="accent5"/>
              </a:solidFill>
              <a:prstDash val="solid"/>
              <a:round/>
              <a:headEnd len="med" w="med" type="none"/>
              <a:tailEnd len="med" w="med" type="none"/>
            </a:ln>
            <a:effectLst>
              <a:outerShdw blurRad="57150" rotWithShape="0" algn="bl" dir="5400000" dist="19050">
                <a:srgbClr val="000000">
                  <a:alpha val="30000"/>
                </a:srgbClr>
              </a:outerShdw>
            </a:effectLst>
          </p:spPr>
        </p:cxnSp>
      </p:grpSp>
      <p:grpSp>
        <p:nvGrpSpPr>
          <p:cNvPr id="1985" name="Google Shape;1985;p46"/>
          <p:cNvGrpSpPr/>
          <p:nvPr/>
        </p:nvGrpSpPr>
        <p:grpSpPr>
          <a:xfrm>
            <a:off x="2753958" y="2981338"/>
            <a:ext cx="1258500" cy="902350"/>
            <a:chOff x="2998000" y="2242475"/>
            <a:chExt cx="1258500" cy="902350"/>
          </a:xfrm>
        </p:grpSpPr>
        <p:sp>
          <p:nvSpPr>
            <p:cNvPr id="1986" name="Google Shape;1986;p46"/>
            <p:cNvSpPr/>
            <p:nvPr/>
          </p:nvSpPr>
          <p:spPr>
            <a:xfrm>
              <a:off x="3019050" y="2242475"/>
              <a:ext cx="411300" cy="81600"/>
            </a:xfrm>
            <a:prstGeom prst="round2SameRect">
              <a:avLst>
                <a:gd fmla="val 50000" name="adj1"/>
                <a:gd fmla="val 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87" name="Google Shape;1987;p46"/>
            <p:cNvSpPr/>
            <p:nvPr/>
          </p:nvSpPr>
          <p:spPr>
            <a:xfrm>
              <a:off x="2998000" y="2318025"/>
              <a:ext cx="1258500" cy="826800"/>
            </a:xfrm>
            <a:prstGeom prst="roundRect">
              <a:avLst>
                <a:gd fmla="val 5261"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988" name="Google Shape;1988;p46"/>
            <p:cNvCxnSpPr/>
            <p:nvPr/>
          </p:nvCxnSpPr>
          <p:spPr>
            <a:xfrm>
              <a:off x="2998840" y="3091250"/>
              <a:ext cx="1256700" cy="0"/>
            </a:xfrm>
            <a:prstGeom prst="straightConnector1">
              <a:avLst/>
            </a:prstGeom>
            <a:noFill/>
            <a:ln cap="flat" cmpd="sng" w="9525">
              <a:solidFill>
                <a:schemeClr val="accent2"/>
              </a:solidFill>
              <a:prstDash val="solid"/>
              <a:round/>
              <a:headEnd len="med" w="med" type="none"/>
              <a:tailEnd len="med" w="med" type="none"/>
            </a:ln>
            <a:effectLst>
              <a:outerShdw blurRad="57150" rotWithShape="0" algn="bl" dir="5400000" dist="19050">
                <a:srgbClr val="000000">
                  <a:alpha val="30000"/>
                </a:srgbClr>
              </a:outerShdw>
            </a:effectLst>
          </p:spPr>
        </p:cxnSp>
      </p:grpSp>
      <p:grpSp>
        <p:nvGrpSpPr>
          <p:cNvPr id="1989" name="Google Shape;1989;p46"/>
          <p:cNvGrpSpPr/>
          <p:nvPr/>
        </p:nvGrpSpPr>
        <p:grpSpPr>
          <a:xfrm>
            <a:off x="5131542" y="2981338"/>
            <a:ext cx="1258500" cy="902350"/>
            <a:chOff x="4786850" y="2242475"/>
            <a:chExt cx="1258500" cy="902350"/>
          </a:xfrm>
        </p:grpSpPr>
        <p:sp>
          <p:nvSpPr>
            <p:cNvPr id="1990" name="Google Shape;1990;p46"/>
            <p:cNvSpPr/>
            <p:nvPr/>
          </p:nvSpPr>
          <p:spPr>
            <a:xfrm>
              <a:off x="4807900" y="2242475"/>
              <a:ext cx="411300" cy="81600"/>
            </a:xfrm>
            <a:prstGeom prst="round2SameRect">
              <a:avLst>
                <a:gd fmla="val 50000" name="adj1"/>
                <a:gd fmla="val 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91" name="Google Shape;1991;p46"/>
            <p:cNvSpPr/>
            <p:nvPr/>
          </p:nvSpPr>
          <p:spPr>
            <a:xfrm>
              <a:off x="4786850" y="2318025"/>
              <a:ext cx="1258500" cy="826800"/>
            </a:xfrm>
            <a:prstGeom prst="roundRect">
              <a:avLst>
                <a:gd fmla="val 5261"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992" name="Google Shape;1992;p46"/>
            <p:cNvCxnSpPr/>
            <p:nvPr/>
          </p:nvCxnSpPr>
          <p:spPr>
            <a:xfrm>
              <a:off x="4787690" y="3091250"/>
              <a:ext cx="1256700" cy="0"/>
            </a:xfrm>
            <a:prstGeom prst="straightConnector1">
              <a:avLst/>
            </a:prstGeom>
            <a:noFill/>
            <a:ln cap="flat" cmpd="sng" w="9525">
              <a:solidFill>
                <a:schemeClr val="accent3"/>
              </a:solidFill>
              <a:prstDash val="solid"/>
              <a:round/>
              <a:headEnd len="med" w="med" type="none"/>
              <a:tailEnd len="med" w="med" type="none"/>
            </a:ln>
            <a:effectLst>
              <a:outerShdw blurRad="57150" rotWithShape="0" algn="bl" dir="5400000" dist="19050">
                <a:srgbClr val="000000">
                  <a:alpha val="30000"/>
                </a:srgbClr>
              </a:outerShdw>
            </a:effectLst>
          </p:spPr>
        </p:cxn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6" name="Shape 1996"/>
        <p:cNvGrpSpPr/>
        <p:nvPr/>
      </p:nvGrpSpPr>
      <p:grpSpPr>
        <a:xfrm>
          <a:off x="0" y="0"/>
          <a:ext cx="0" cy="0"/>
          <a:chOff x="0" y="0"/>
          <a:chExt cx="0" cy="0"/>
        </a:xfrm>
      </p:grpSpPr>
      <p:sp>
        <p:nvSpPr>
          <p:cNvPr id="1997" name="Google Shape;1997;p47"/>
          <p:cNvSpPr/>
          <p:nvPr/>
        </p:nvSpPr>
        <p:spPr>
          <a:xfrm>
            <a:off x="1165350" y="491225"/>
            <a:ext cx="6813300" cy="892500"/>
          </a:xfrm>
          <a:prstGeom prst="roundRect">
            <a:avLst>
              <a:gd fmla="val 50000" name="adj"/>
            </a:avLst>
          </a:prstGeom>
          <a:solidFill>
            <a:schemeClr val="lt2"/>
          </a:solidFill>
          <a:ln>
            <a:noFill/>
          </a:ln>
          <a:effectLst>
            <a:outerShdw blurRad="57150" rotWithShape="0" algn="bl" dir="5400000"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998" name="Google Shape;1998;p47"/>
          <p:cNvGrpSpPr/>
          <p:nvPr/>
        </p:nvGrpSpPr>
        <p:grpSpPr>
          <a:xfrm>
            <a:off x="7317975" y="721788"/>
            <a:ext cx="429650" cy="431375"/>
            <a:chOff x="6684050" y="721788"/>
            <a:chExt cx="429650" cy="431375"/>
          </a:xfrm>
        </p:grpSpPr>
        <p:sp>
          <p:nvSpPr>
            <p:cNvPr id="1999" name="Google Shape;1999;p47"/>
            <p:cNvSpPr/>
            <p:nvPr/>
          </p:nvSpPr>
          <p:spPr>
            <a:xfrm>
              <a:off x="6684050" y="721788"/>
              <a:ext cx="342900" cy="342900"/>
            </a:xfrm>
            <a:prstGeom prst="ellipse">
              <a:avLst/>
            </a:prstGeom>
            <a:solidFill>
              <a:schemeClr val="accent1"/>
            </a:solid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000" name="Google Shape;2000;p47"/>
            <p:cNvCxnSpPr/>
            <p:nvPr/>
          </p:nvCxnSpPr>
          <p:spPr>
            <a:xfrm>
              <a:off x="6973000" y="1012463"/>
              <a:ext cx="140700" cy="140700"/>
            </a:xfrm>
            <a:prstGeom prst="straightConnector1">
              <a:avLst/>
            </a:prstGeom>
            <a:noFill/>
            <a:ln cap="flat" cmpd="sng" w="28575">
              <a:solidFill>
                <a:schemeClr val="lt1"/>
              </a:solidFill>
              <a:prstDash val="solid"/>
              <a:round/>
              <a:headEnd len="med" w="med" type="none"/>
              <a:tailEnd len="med" w="med" type="none"/>
            </a:ln>
          </p:spPr>
        </p:cxnSp>
      </p:grpSp>
      <p:sp>
        <p:nvSpPr>
          <p:cNvPr id="2001" name="Google Shape;2001;p47"/>
          <p:cNvSpPr/>
          <p:nvPr/>
        </p:nvSpPr>
        <p:spPr>
          <a:xfrm>
            <a:off x="1062600" y="3233800"/>
            <a:ext cx="7971300" cy="1508700"/>
          </a:xfrm>
          <a:prstGeom prst="roundRect">
            <a:avLst>
              <a:gd fmla="val 4803" name="adj"/>
            </a:avLst>
          </a:prstGeom>
          <a:solidFill>
            <a:schemeClr val="lt2"/>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02" name="Google Shape;2002;p47"/>
          <p:cNvSpPr/>
          <p:nvPr/>
        </p:nvSpPr>
        <p:spPr>
          <a:xfrm>
            <a:off x="1068000" y="1440550"/>
            <a:ext cx="1689300" cy="1679400"/>
          </a:xfrm>
          <a:prstGeom prst="roundRect">
            <a:avLst>
              <a:gd fmla="val 4803" name="adj"/>
            </a:avLst>
          </a:prstGeom>
          <a:solidFill>
            <a:schemeClr val="lt2"/>
          </a:solidFill>
          <a:ln>
            <a:noFill/>
          </a:ln>
          <a:effectLst>
            <a:outerShdw blurRad="57150" rotWithShape="0" algn="bl" dist="19050">
              <a:srgbClr val="000000">
                <a:alpha val="11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003" name="Google Shape;2003;p47"/>
          <p:cNvGrpSpPr/>
          <p:nvPr/>
        </p:nvGrpSpPr>
        <p:grpSpPr>
          <a:xfrm>
            <a:off x="1138175" y="1541875"/>
            <a:ext cx="277873" cy="68400"/>
            <a:chOff x="1240925" y="1619925"/>
            <a:chExt cx="277873" cy="68400"/>
          </a:xfrm>
        </p:grpSpPr>
        <p:sp>
          <p:nvSpPr>
            <p:cNvPr id="2004" name="Google Shape;2004;p47"/>
            <p:cNvSpPr/>
            <p:nvPr/>
          </p:nvSpPr>
          <p:spPr>
            <a:xfrm>
              <a:off x="1240925" y="1619925"/>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05" name="Google Shape;2005;p47"/>
            <p:cNvSpPr/>
            <p:nvPr/>
          </p:nvSpPr>
          <p:spPr>
            <a:xfrm>
              <a:off x="1345661" y="1619925"/>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06" name="Google Shape;2006;p47"/>
            <p:cNvSpPr/>
            <p:nvPr/>
          </p:nvSpPr>
          <p:spPr>
            <a:xfrm>
              <a:off x="1450398" y="1619925"/>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2007" name="Google Shape;2007;p47"/>
          <p:cNvGrpSpPr/>
          <p:nvPr/>
        </p:nvGrpSpPr>
        <p:grpSpPr>
          <a:xfrm>
            <a:off x="1240925" y="3434200"/>
            <a:ext cx="277873" cy="68400"/>
            <a:chOff x="1240925" y="3434200"/>
            <a:chExt cx="277873" cy="68400"/>
          </a:xfrm>
        </p:grpSpPr>
        <p:sp>
          <p:nvSpPr>
            <p:cNvPr id="2008" name="Google Shape;2008;p47"/>
            <p:cNvSpPr/>
            <p:nvPr/>
          </p:nvSpPr>
          <p:spPr>
            <a:xfrm>
              <a:off x="1240925" y="3434200"/>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09" name="Google Shape;2009;p47"/>
            <p:cNvSpPr/>
            <p:nvPr/>
          </p:nvSpPr>
          <p:spPr>
            <a:xfrm>
              <a:off x="1345661" y="3434200"/>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10" name="Google Shape;2010;p47"/>
            <p:cNvSpPr/>
            <p:nvPr/>
          </p:nvSpPr>
          <p:spPr>
            <a:xfrm>
              <a:off x="1450398" y="3434200"/>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011" name="Google Shape;2011;p47"/>
          <p:cNvSpPr/>
          <p:nvPr/>
        </p:nvSpPr>
        <p:spPr>
          <a:xfrm flipH="1">
            <a:off x="167940" y="3739075"/>
            <a:ext cx="1642359" cy="1025628"/>
          </a:xfrm>
          <a:custGeom>
            <a:rect b="b" l="l" r="r" t="t"/>
            <a:pathLst>
              <a:path extrusionOk="0" h="949656" w="1775523">
                <a:moveTo>
                  <a:pt x="1439418" y="0"/>
                </a:moveTo>
                <a:lnTo>
                  <a:pt x="336232" y="0"/>
                </a:lnTo>
                <a:cubicBezTo>
                  <a:pt x="151320" y="0"/>
                  <a:pt x="0" y="151321"/>
                  <a:pt x="0" y="336233"/>
                </a:cubicBezTo>
                <a:lnTo>
                  <a:pt x="0" y="336233"/>
                </a:lnTo>
                <a:cubicBezTo>
                  <a:pt x="0" y="521145"/>
                  <a:pt x="151320" y="672465"/>
                  <a:pt x="336232" y="672465"/>
                </a:cubicBezTo>
                <a:lnTo>
                  <a:pt x="1208913" y="672465"/>
                </a:lnTo>
                <a:cubicBezTo>
                  <a:pt x="1243330" y="724091"/>
                  <a:pt x="1406017" y="956183"/>
                  <a:pt x="1544828" y="949516"/>
                </a:cubicBezTo>
                <a:lnTo>
                  <a:pt x="1545018" y="949516"/>
                </a:lnTo>
                <a:cubicBezTo>
                  <a:pt x="1551940" y="949516"/>
                  <a:pt x="1555750" y="941515"/>
                  <a:pt x="1551305" y="936181"/>
                </a:cubicBezTo>
                <a:cubicBezTo>
                  <a:pt x="1540700" y="923481"/>
                  <a:pt x="1529143" y="904431"/>
                  <a:pt x="1523365" y="893763"/>
                </a:cubicBezTo>
                <a:cubicBezTo>
                  <a:pt x="1516825" y="881761"/>
                  <a:pt x="1463993" y="766191"/>
                  <a:pt x="1473073" y="670751"/>
                </a:cubicBezTo>
                <a:cubicBezTo>
                  <a:pt x="1642300" y="653669"/>
                  <a:pt x="1775524" y="509778"/>
                  <a:pt x="1775524" y="336233"/>
                </a:cubicBezTo>
                <a:lnTo>
                  <a:pt x="1775524" y="336233"/>
                </a:lnTo>
                <a:cubicBezTo>
                  <a:pt x="1775524" y="151321"/>
                  <a:pt x="1624203" y="0"/>
                  <a:pt x="1439291" y="0"/>
                </a:cubicBezTo>
                <a:close/>
              </a:path>
            </a:pathLst>
          </a:custGeom>
          <a:solidFill>
            <a:schemeClr val="accent5"/>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12" name="Google Shape;2012;p47"/>
          <p:cNvSpPr/>
          <p:nvPr/>
        </p:nvSpPr>
        <p:spPr>
          <a:xfrm>
            <a:off x="4909125" y="1575475"/>
            <a:ext cx="4120500" cy="1508700"/>
          </a:xfrm>
          <a:prstGeom prst="roundRect">
            <a:avLst>
              <a:gd fmla="val 4934" name="adj"/>
            </a:avLst>
          </a:prstGeom>
          <a:solidFill>
            <a:schemeClr val="lt2"/>
          </a:solidFill>
          <a:ln>
            <a:noFill/>
          </a:ln>
          <a:effectLst>
            <a:outerShdw blurRad="57150" rotWithShape="0" algn="bl" dist="19050">
              <a:srgbClr val="000000">
                <a:alpha val="12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a:t>  </a:t>
            </a:r>
            <a:endParaRPr/>
          </a:p>
        </p:txBody>
      </p:sp>
      <p:sp>
        <p:nvSpPr>
          <p:cNvPr id="2013" name="Google Shape;2013;p47"/>
          <p:cNvSpPr txBox="1"/>
          <p:nvPr>
            <p:ph idx="2" type="body"/>
          </p:nvPr>
        </p:nvSpPr>
        <p:spPr>
          <a:xfrm>
            <a:off x="167325" y="-39600"/>
            <a:ext cx="1169700" cy="431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None/>
            </a:pPr>
            <a:r>
              <a:rPr b="1" lang="en"/>
              <a:t>Name </a:t>
            </a:r>
            <a:endParaRPr/>
          </a:p>
          <a:p>
            <a:pPr indent="0" lvl="0" marL="0" rtl="0" algn="l">
              <a:spcBef>
                <a:spcPts val="0"/>
              </a:spcBef>
              <a:spcAft>
                <a:spcPts val="0"/>
              </a:spcAft>
              <a:buNone/>
            </a:pPr>
            <a:r>
              <a:t/>
            </a:r>
            <a:endParaRPr/>
          </a:p>
        </p:txBody>
      </p:sp>
      <p:sp>
        <p:nvSpPr>
          <p:cNvPr id="2014" name="Google Shape;2014;p47"/>
          <p:cNvSpPr txBox="1"/>
          <p:nvPr>
            <p:ph idx="3" type="body"/>
          </p:nvPr>
        </p:nvSpPr>
        <p:spPr>
          <a:xfrm>
            <a:off x="940775" y="-39600"/>
            <a:ext cx="3810300" cy="431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a:t>Department    Course Number    Section    Time    Location</a:t>
            </a:r>
            <a:endParaRPr/>
          </a:p>
          <a:p>
            <a:pPr indent="0" lvl="0" marL="0" rtl="0" algn="l">
              <a:spcBef>
                <a:spcPts val="0"/>
              </a:spcBef>
              <a:spcAft>
                <a:spcPts val="0"/>
              </a:spcAft>
              <a:buNone/>
            </a:pPr>
            <a:r>
              <a:t/>
            </a:r>
            <a:endParaRPr/>
          </a:p>
        </p:txBody>
      </p:sp>
      <p:cxnSp>
        <p:nvCxnSpPr>
          <p:cNvPr id="2015" name="Google Shape;2015;p47"/>
          <p:cNvCxnSpPr/>
          <p:nvPr/>
        </p:nvCxnSpPr>
        <p:spPr>
          <a:xfrm rot="10800000">
            <a:off x="4643725" y="563700"/>
            <a:ext cx="0" cy="718800"/>
          </a:xfrm>
          <a:prstGeom prst="straightConnector1">
            <a:avLst/>
          </a:prstGeom>
          <a:noFill/>
          <a:ln cap="flat" cmpd="sng" w="9525">
            <a:solidFill>
              <a:schemeClr val="lt1"/>
            </a:solidFill>
            <a:prstDash val="solid"/>
            <a:round/>
            <a:headEnd len="med" w="med" type="none"/>
            <a:tailEnd len="med" w="med" type="none"/>
          </a:ln>
        </p:spPr>
      </p:cxnSp>
      <p:pic>
        <p:nvPicPr>
          <p:cNvPr descr="Person leaning against wall holding laptop." id="2016" name="Google Shape;2016;p47"/>
          <p:cNvPicPr preferRelativeResize="0"/>
          <p:nvPr/>
        </p:nvPicPr>
        <p:blipFill rotWithShape="1">
          <a:blip r:embed="rId3">
            <a:alphaModFix/>
          </a:blip>
          <a:srcRect b="0" l="10063" r="10063" t="0"/>
          <a:stretch/>
        </p:blipFill>
        <p:spPr>
          <a:xfrm>
            <a:off x="1062600" y="1701104"/>
            <a:ext cx="1700100" cy="1418700"/>
          </a:xfrm>
          <a:prstGeom prst="round2SameRect">
            <a:avLst>
              <a:gd fmla="val 2310" name="adj1"/>
              <a:gd fmla="val 0" name="adj2"/>
            </a:avLst>
          </a:prstGeom>
          <a:noFill/>
          <a:ln>
            <a:noFill/>
          </a:ln>
        </p:spPr>
      </p:pic>
      <p:sp>
        <p:nvSpPr>
          <p:cNvPr id="2017" name="Google Shape;2017;p47"/>
          <p:cNvSpPr txBox="1"/>
          <p:nvPr/>
        </p:nvSpPr>
        <p:spPr>
          <a:xfrm>
            <a:off x="441586" y="3816850"/>
            <a:ext cx="1444500" cy="52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Lexend"/>
                <a:ea typeface="Lexend"/>
                <a:cs typeface="Lexend"/>
                <a:sym typeface="Lexend"/>
              </a:rPr>
              <a:t>Books</a:t>
            </a:r>
            <a:endParaRPr sz="2400">
              <a:solidFill>
                <a:schemeClr val="dk1"/>
              </a:solidFill>
              <a:latin typeface="Lexend"/>
              <a:ea typeface="Lexend"/>
              <a:cs typeface="Lexend"/>
              <a:sym typeface="Lexend"/>
            </a:endParaRPr>
          </a:p>
        </p:txBody>
      </p:sp>
      <p:sp>
        <p:nvSpPr>
          <p:cNvPr id="2018" name="Google Shape;2018;p47"/>
          <p:cNvSpPr txBox="1"/>
          <p:nvPr/>
        </p:nvSpPr>
        <p:spPr>
          <a:xfrm>
            <a:off x="1985600" y="3334125"/>
            <a:ext cx="6924600" cy="133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500">
                <a:solidFill>
                  <a:schemeClr val="dk1"/>
                </a:solidFill>
                <a:latin typeface="Lexend Light"/>
                <a:ea typeface="Lexend Light"/>
                <a:cs typeface="Lexend Light"/>
                <a:sym typeface="Lexend Light"/>
              </a:rPr>
              <a:t>There is a desire to provide support to a school district to increase the number of books that the students are reading. The students would read books that were recommended by the librarian, and they usually relied on anecdotal data about other children enjoying books based on what they read previously.</a:t>
            </a:r>
            <a:endParaRPr sz="1200">
              <a:solidFill>
                <a:schemeClr val="dk1"/>
              </a:solidFill>
              <a:latin typeface="Lexend Light"/>
              <a:ea typeface="Lexend Light"/>
              <a:cs typeface="Lexend Light"/>
              <a:sym typeface="Lexend Light"/>
            </a:endParaRPr>
          </a:p>
          <a:p>
            <a:pPr indent="0" lvl="0" marL="0" rtl="0" algn="l">
              <a:spcBef>
                <a:spcPts val="0"/>
              </a:spcBef>
              <a:spcAft>
                <a:spcPts val="0"/>
              </a:spcAft>
              <a:buNone/>
            </a:pPr>
            <a:r>
              <a:t/>
            </a:r>
            <a:endParaRPr sz="1200">
              <a:solidFill>
                <a:schemeClr val="dk1"/>
              </a:solidFill>
              <a:latin typeface="Lexend Light"/>
              <a:ea typeface="Lexend Light"/>
              <a:cs typeface="Lexend Light"/>
              <a:sym typeface="Lexend Light"/>
            </a:endParaRPr>
          </a:p>
          <a:p>
            <a:pPr indent="0" lvl="0" marL="0" rtl="0" algn="l">
              <a:spcBef>
                <a:spcPts val="0"/>
              </a:spcBef>
              <a:spcAft>
                <a:spcPts val="0"/>
              </a:spcAft>
              <a:buNone/>
            </a:pPr>
            <a:r>
              <a:t/>
            </a:r>
            <a:endParaRPr sz="1200">
              <a:solidFill>
                <a:schemeClr val="dk1"/>
              </a:solidFill>
              <a:latin typeface="Lexend Light"/>
              <a:ea typeface="Lexend Light"/>
              <a:cs typeface="Lexend Light"/>
              <a:sym typeface="Lexend Light"/>
            </a:endParaRPr>
          </a:p>
        </p:txBody>
      </p:sp>
      <p:sp>
        <p:nvSpPr>
          <p:cNvPr id="2019" name="Google Shape;2019;p47"/>
          <p:cNvSpPr txBox="1"/>
          <p:nvPr/>
        </p:nvSpPr>
        <p:spPr>
          <a:xfrm>
            <a:off x="4983800" y="1610275"/>
            <a:ext cx="3926400" cy="1408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None/>
            </a:pPr>
            <a:r>
              <a:rPr lang="en">
                <a:solidFill>
                  <a:schemeClr val="dk1"/>
                </a:solidFill>
                <a:latin typeface="Lexend Light"/>
                <a:ea typeface="Lexend Light"/>
                <a:cs typeface="Lexend Light"/>
                <a:sym typeface="Lexend Light"/>
              </a:rPr>
              <a:t>- Librarians need fast, trustworthy recommendations</a:t>
            </a:r>
            <a:endParaRPr>
              <a:solidFill>
                <a:schemeClr val="dk1"/>
              </a:solidFill>
              <a:latin typeface="Lexend Light"/>
              <a:ea typeface="Lexend Light"/>
              <a:cs typeface="Lexend Light"/>
              <a:sym typeface="Lexend Light"/>
            </a:endParaRPr>
          </a:p>
          <a:p>
            <a:pPr indent="0" lvl="0" marL="0" rtl="0" algn="l">
              <a:spcBef>
                <a:spcPts val="0"/>
              </a:spcBef>
              <a:spcAft>
                <a:spcPts val="0"/>
              </a:spcAft>
              <a:buClr>
                <a:schemeClr val="dk1"/>
              </a:buClr>
              <a:buSzPts val="1100"/>
              <a:buNone/>
            </a:pPr>
            <a:r>
              <a:rPr lang="en">
                <a:solidFill>
                  <a:schemeClr val="dk1"/>
                </a:solidFill>
                <a:latin typeface="Lexend Light"/>
                <a:ea typeface="Lexend Light"/>
                <a:cs typeface="Lexend Light"/>
                <a:sym typeface="Lexend Light"/>
              </a:rPr>
              <a:t>- Student profiles do not exist</a:t>
            </a:r>
            <a:endParaRPr>
              <a:solidFill>
                <a:schemeClr val="dk1"/>
              </a:solidFill>
              <a:latin typeface="Lexend Light"/>
              <a:ea typeface="Lexend Light"/>
              <a:cs typeface="Lexend Light"/>
              <a:sym typeface="Lexend Light"/>
            </a:endParaRPr>
          </a:p>
          <a:p>
            <a:pPr indent="0" lvl="0" marL="0" rtl="0" algn="l">
              <a:spcBef>
                <a:spcPts val="0"/>
              </a:spcBef>
              <a:spcAft>
                <a:spcPts val="0"/>
              </a:spcAft>
              <a:buClr>
                <a:schemeClr val="dk1"/>
              </a:buClr>
              <a:buSzPts val="1100"/>
              <a:buNone/>
            </a:pPr>
            <a:r>
              <a:rPr lang="en">
                <a:solidFill>
                  <a:schemeClr val="dk1"/>
                </a:solidFill>
                <a:latin typeface="Lexend Light"/>
                <a:ea typeface="Lexend Light"/>
                <a:cs typeface="Lexend Light"/>
                <a:sym typeface="Lexend Light"/>
              </a:rPr>
              <a:t>- Inventory, holds, and feedback are siloed</a:t>
            </a:r>
            <a:endParaRPr>
              <a:solidFill>
                <a:schemeClr val="dk1"/>
              </a:solidFill>
              <a:latin typeface="Lexend Light"/>
              <a:ea typeface="Lexend Light"/>
              <a:cs typeface="Lexend Light"/>
              <a:sym typeface="Lexend Light"/>
            </a:endParaRPr>
          </a:p>
          <a:p>
            <a:pPr indent="0" lvl="0" marL="0" rtl="0" algn="l">
              <a:spcBef>
                <a:spcPts val="0"/>
              </a:spcBef>
              <a:spcAft>
                <a:spcPts val="0"/>
              </a:spcAft>
              <a:buClr>
                <a:schemeClr val="dk1"/>
              </a:buClr>
              <a:buSzPts val="1100"/>
              <a:buNone/>
            </a:pPr>
            <a:r>
              <a:rPr lang="en">
                <a:solidFill>
                  <a:schemeClr val="dk1"/>
                </a:solidFill>
                <a:latin typeface="Lexend Light"/>
                <a:ea typeface="Lexend Light"/>
                <a:cs typeface="Lexend Light"/>
                <a:sym typeface="Lexend Light"/>
              </a:rPr>
              <a:t>- Hard to explain why a book was suggested</a:t>
            </a:r>
            <a:endParaRPr sz="1700">
              <a:solidFill>
                <a:schemeClr val="lt2"/>
              </a:solidFill>
              <a:latin typeface="Lexend Light"/>
              <a:ea typeface="Lexend Light"/>
              <a:cs typeface="Lexend Light"/>
              <a:sym typeface="Lexend Light"/>
            </a:endParaRPr>
          </a:p>
        </p:txBody>
      </p:sp>
      <p:sp>
        <p:nvSpPr>
          <p:cNvPr id="2020" name="Google Shape;2020;p47"/>
          <p:cNvSpPr/>
          <p:nvPr/>
        </p:nvSpPr>
        <p:spPr>
          <a:xfrm>
            <a:off x="6560263" y="3233787"/>
            <a:ext cx="162798" cy="200422"/>
          </a:xfrm>
          <a:custGeom>
            <a:rect b="b" l="l" r="r" t="t"/>
            <a:pathLst>
              <a:path extrusionOk="0" h="19170" w="15575">
                <a:moveTo>
                  <a:pt x="0" y="0"/>
                </a:moveTo>
                <a:lnTo>
                  <a:pt x="3354" y="19170"/>
                </a:lnTo>
                <a:lnTo>
                  <a:pt x="7668" y="11502"/>
                </a:lnTo>
                <a:lnTo>
                  <a:pt x="15575" y="8866"/>
                </a:lnTo>
                <a:close/>
              </a:path>
            </a:pathLst>
          </a:custGeom>
          <a:solidFill>
            <a:schemeClr val="accent3"/>
          </a:solidFill>
          <a:ln>
            <a:noFill/>
          </a:ln>
        </p:spPr>
      </p:sp>
      <p:cxnSp>
        <p:nvCxnSpPr>
          <p:cNvPr id="2021" name="Google Shape;2021;p47"/>
          <p:cNvCxnSpPr/>
          <p:nvPr/>
        </p:nvCxnSpPr>
        <p:spPr>
          <a:xfrm rot="10800000">
            <a:off x="5654175" y="3084250"/>
            <a:ext cx="0" cy="134100"/>
          </a:xfrm>
          <a:prstGeom prst="straightConnector1">
            <a:avLst/>
          </a:prstGeom>
          <a:noFill/>
          <a:ln cap="flat" cmpd="sng" w="9525">
            <a:solidFill>
              <a:schemeClr val="accent3"/>
            </a:solidFill>
            <a:prstDash val="solid"/>
            <a:round/>
            <a:headEnd len="med" w="med" type="none"/>
            <a:tailEnd len="med" w="med" type="none"/>
          </a:ln>
        </p:spPr>
      </p:cxnSp>
      <p:cxnSp>
        <p:nvCxnSpPr>
          <p:cNvPr id="2022" name="Google Shape;2022;p47"/>
          <p:cNvCxnSpPr/>
          <p:nvPr/>
        </p:nvCxnSpPr>
        <p:spPr>
          <a:xfrm rot="10800000">
            <a:off x="6168075" y="3266950"/>
            <a:ext cx="0" cy="134100"/>
          </a:xfrm>
          <a:prstGeom prst="straightConnector1">
            <a:avLst/>
          </a:prstGeom>
          <a:noFill/>
          <a:ln cap="flat" cmpd="sng" w="9525">
            <a:solidFill>
              <a:schemeClr val="accent3"/>
            </a:solidFill>
            <a:prstDash val="solid"/>
            <a:round/>
            <a:headEnd len="med" w="med" type="none"/>
            <a:tailEnd len="med" w="med" type="none"/>
          </a:ln>
        </p:spPr>
      </p:cxnSp>
      <p:grpSp>
        <p:nvGrpSpPr>
          <p:cNvPr id="2023" name="Google Shape;2023;p47"/>
          <p:cNvGrpSpPr/>
          <p:nvPr/>
        </p:nvGrpSpPr>
        <p:grpSpPr>
          <a:xfrm>
            <a:off x="3108096" y="1575475"/>
            <a:ext cx="1642980" cy="1139694"/>
            <a:chOff x="-1501353" y="1025810"/>
            <a:chExt cx="1717700" cy="1191525"/>
          </a:xfrm>
        </p:grpSpPr>
        <p:sp>
          <p:nvSpPr>
            <p:cNvPr id="2024" name="Google Shape;2024;p47"/>
            <p:cNvSpPr/>
            <p:nvPr/>
          </p:nvSpPr>
          <p:spPr>
            <a:xfrm>
              <a:off x="-1501353" y="1890733"/>
              <a:ext cx="1717700" cy="326602"/>
            </a:xfrm>
            <a:custGeom>
              <a:rect b="b" l="l" r="r" t="t"/>
              <a:pathLst>
                <a:path extrusionOk="0" h="326602" w="1717700">
                  <a:moveTo>
                    <a:pt x="0" y="0"/>
                  </a:moveTo>
                  <a:lnTo>
                    <a:pt x="1285361" y="0"/>
                  </a:lnTo>
                  <a:lnTo>
                    <a:pt x="1717700" y="326603"/>
                  </a:lnTo>
                  <a:lnTo>
                    <a:pt x="432340" y="326603"/>
                  </a:lnTo>
                  <a:lnTo>
                    <a:pt x="0" y="0"/>
                  </a:lnTo>
                  <a:close/>
                </a:path>
              </a:pathLst>
            </a:custGeom>
            <a:solidFill>
              <a:schemeClr val="accent4"/>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25" name="Google Shape;2025;p47"/>
            <p:cNvSpPr/>
            <p:nvPr/>
          </p:nvSpPr>
          <p:spPr>
            <a:xfrm>
              <a:off x="-1501353" y="1674482"/>
              <a:ext cx="1717700" cy="326643"/>
            </a:xfrm>
            <a:custGeom>
              <a:rect b="b" l="l" r="r" t="t"/>
              <a:pathLst>
                <a:path extrusionOk="0" h="326643" w="1717700">
                  <a:moveTo>
                    <a:pt x="0" y="0"/>
                  </a:moveTo>
                  <a:lnTo>
                    <a:pt x="1285361" y="0"/>
                  </a:lnTo>
                  <a:lnTo>
                    <a:pt x="1717700" y="326643"/>
                  </a:lnTo>
                  <a:lnTo>
                    <a:pt x="432340" y="326643"/>
                  </a:lnTo>
                  <a:lnTo>
                    <a:pt x="0" y="0"/>
                  </a:lnTo>
                  <a:close/>
                </a:path>
              </a:pathLst>
            </a:custGeom>
            <a:solidFill>
              <a:schemeClr val="accent2"/>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26" name="Google Shape;2026;p47"/>
            <p:cNvSpPr/>
            <p:nvPr/>
          </p:nvSpPr>
          <p:spPr>
            <a:xfrm>
              <a:off x="-1501353" y="1458272"/>
              <a:ext cx="1717700" cy="326602"/>
            </a:xfrm>
            <a:custGeom>
              <a:rect b="b" l="l" r="r" t="t"/>
              <a:pathLst>
                <a:path extrusionOk="0" h="326602" w="1717700">
                  <a:moveTo>
                    <a:pt x="0" y="0"/>
                  </a:moveTo>
                  <a:lnTo>
                    <a:pt x="1285361" y="0"/>
                  </a:lnTo>
                  <a:lnTo>
                    <a:pt x="1717700" y="326603"/>
                  </a:lnTo>
                  <a:lnTo>
                    <a:pt x="432340" y="326603"/>
                  </a:lnTo>
                  <a:lnTo>
                    <a:pt x="0" y="0"/>
                  </a:lnTo>
                  <a:close/>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27" name="Google Shape;2027;p47"/>
            <p:cNvSpPr/>
            <p:nvPr/>
          </p:nvSpPr>
          <p:spPr>
            <a:xfrm>
              <a:off x="-1501353" y="1242021"/>
              <a:ext cx="1717700" cy="326643"/>
            </a:xfrm>
            <a:custGeom>
              <a:rect b="b" l="l" r="r" t="t"/>
              <a:pathLst>
                <a:path extrusionOk="0" h="326643" w="1717700">
                  <a:moveTo>
                    <a:pt x="0" y="0"/>
                  </a:moveTo>
                  <a:lnTo>
                    <a:pt x="1285361" y="0"/>
                  </a:lnTo>
                  <a:lnTo>
                    <a:pt x="1717700" y="326643"/>
                  </a:lnTo>
                  <a:lnTo>
                    <a:pt x="432340" y="326643"/>
                  </a:lnTo>
                  <a:lnTo>
                    <a:pt x="0" y="0"/>
                  </a:lnTo>
                  <a:close/>
                </a:path>
              </a:pathLst>
            </a:custGeom>
            <a:solidFill>
              <a:schemeClr val="accent3"/>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28" name="Google Shape;2028;p47"/>
            <p:cNvSpPr/>
            <p:nvPr/>
          </p:nvSpPr>
          <p:spPr>
            <a:xfrm>
              <a:off x="-1501353" y="1025810"/>
              <a:ext cx="1717700" cy="326602"/>
            </a:xfrm>
            <a:custGeom>
              <a:rect b="b" l="l" r="r" t="t"/>
              <a:pathLst>
                <a:path extrusionOk="0" h="326602" w="1717700">
                  <a:moveTo>
                    <a:pt x="0" y="0"/>
                  </a:moveTo>
                  <a:lnTo>
                    <a:pt x="1285361" y="0"/>
                  </a:lnTo>
                  <a:lnTo>
                    <a:pt x="1717700" y="326603"/>
                  </a:lnTo>
                  <a:lnTo>
                    <a:pt x="432340" y="326603"/>
                  </a:ln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2029" name="Google Shape;2029;p47"/>
          <p:cNvSpPr txBox="1"/>
          <p:nvPr>
            <p:ph type="title"/>
          </p:nvPr>
        </p:nvSpPr>
        <p:spPr>
          <a:xfrm>
            <a:off x="1579100" y="491225"/>
            <a:ext cx="4966200" cy="849600"/>
          </a:xfrm>
          <a:prstGeom prst="rect">
            <a:avLst/>
          </a:prstGeom>
        </p:spPr>
        <p:txBody>
          <a:bodyPr anchorCtr="0" anchor="t" bIns="91425" lIns="91425" spcFirstLastPara="1" rIns="91425" wrap="square" tIns="91425">
            <a:spAutoFit/>
          </a:bodyPr>
          <a:lstStyle/>
          <a:p>
            <a:pPr indent="0" lvl="0" marL="0" rtl="0" algn="l">
              <a:lnSpc>
                <a:spcPct val="90000"/>
              </a:lnSpc>
              <a:spcBef>
                <a:spcPts val="0"/>
              </a:spcBef>
              <a:spcAft>
                <a:spcPts val="0"/>
              </a:spcAft>
              <a:buClr>
                <a:schemeClr val="dk1"/>
              </a:buClr>
              <a:buSzPts val="1100"/>
              <a:buFont typeface="Arial"/>
              <a:buNone/>
            </a:pPr>
            <a:r>
              <a:rPr lang="en"/>
              <a:t>Problem</a:t>
            </a:r>
            <a:endParaRPr/>
          </a:p>
        </p:txBody>
      </p:sp>
      <p:sp>
        <p:nvSpPr>
          <p:cNvPr id="2030" name="Google Shape;2030;p47"/>
          <p:cNvSpPr txBox="1"/>
          <p:nvPr>
            <p:ph idx="1" type="body"/>
          </p:nvPr>
        </p:nvSpPr>
        <p:spPr>
          <a:xfrm>
            <a:off x="7509125" y="-39600"/>
            <a:ext cx="1524900" cy="431100"/>
          </a:xfrm>
          <a:prstGeom prst="rect">
            <a:avLst/>
          </a:prstGeom>
        </p:spPr>
        <p:txBody>
          <a:bodyPr anchorCtr="0" anchor="t" bIns="91425" lIns="91425" spcFirstLastPara="1" rIns="91425" wrap="square" tIns="91425">
            <a:spAutoFit/>
          </a:bodyPr>
          <a:lstStyle/>
          <a:p>
            <a:pPr indent="0" lvl="0" marL="0" rtl="0" algn="r">
              <a:spcBef>
                <a:spcPts val="0"/>
              </a:spcBef>
              <a:spcAft>
                <a:spcPts val="0"/>
              </a:spcAft>
              <a:buClr>
                <a:schemeClr val="dk1"/>
              </a:buClr>
              <a:buSzPts val="1100"/>
              <a:buNone/>
            </a:pPr>
            <a:r>
              <a:rPr lang="en"/>
              <a:t>DATE</a:t>
            </a:r>
            <a:endParaRPr/>
          </a:p>
          <a:p>
            <a:pPr indent="0" lvl="0" marL="0" rtl="0" algn="r">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4" name="Shape 2034"/>
        <p:cNvGrpSpPr/>
        <p:nvPr/>
      </p:nvGrpSpPr>
      <p:grpSpPr>
        <a:xfrm>
          <a:off x="0" y="0"/>
          <a:ext cx="0" cy="0"/>
          <a:chOff x="0" y="0"/>
          <a:chExt cx="0" cy="0"/>
        </a:xfrm>
      </p:grpSpPr>
      <p:grpSp>
        <p:nvGrpSpPr>
          <p:cNvPr id="2035" name="Google Shape;2035;p48"/>
          <p:cNvGrpSpPr/>
          <p:nvPr/>
        </p:nvGrpSpPr>
        <p:grpSpPr>
          <a:xfrm>
            <a:off x="3212750" y="470913"/>
            <a:ext cx="3313407" cy="1014987"/>
            <a:chOff x="3055725" y="715438"/>
            <a:chExt cx="3313407" cy="1014987"/>
          </a:xfrm>
        </p:grpSpPr>
        <p:grpSp>
          <p:nvGrpSpPr>
            <p:cNvPr id="2036" name="Google Shape;2036;p48"/>
            <p:cNvGrpSpPr/>
            <p:nvPr/>
          </p:nvGrpSpPr>
          <p:grpSpPr>
            <a:xfrm>
              <a:off x="3055725" y="715438"/>
              <a:ext cx="3103050" cy="786500"/>
              <a:chOff x="3007925" y="673613"/>
              <a:chExt cx="3103050" cy="786500"/>
            </a:xfrm>
          </p:grpSpPr>
          <p:sp>
            <p:nvSpPr>
              <p:cNvPr id="2037" name="Google Shape;2037;p48"/>
              <p:cNvSpPr/>
              <p:nvPr/>
            </p:nvSpPr>
            <p:spPr>
              <a:xfrm>
                <a:off x="3077725" y="721550"/>
                <a:ext cx="2973300" cy="6780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038" name="Google Shape;2038;p48"/>
              <p:cNvSpPr/>
              <p:nvPr/>
            </p:nvSpPr>
            <p:spPr>
              <a:xfrm>
                <a:off x="3007925" y="673613"/>
                <a:ext cx="137700" cy="1377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39" name="Google Shape;2039;p48"/>
              <p:cNvSpPr/>
              <p:nvPr/>
            </p:nvSpPr>
            <p:spPr>
              <a:xfrm>
                <a:off x="5973275" y="673613"/>
                <a:ext cx="137700" cy="1377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40" name="Google Shape;2040;p48"/>
              <p:cNvSpPr/>
              <p:nvPr/>
            </p:nvSpPr>
            <p:spPr>
              <a:xfrm>
                <a:off x="5973275" y="1321013"/>
                <a:ext cx="137700" cy="1377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41" name="Google Shape;2041;p48"/>
              <p:cNvSpPr/>
              <p:nvPr/>
            </p:nvSpPr>
            <p:spPr>
              <a:xfrm>
                <a:off x="3007925" y="1311913"/>
                <a:ext cx="137700" cy="1482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rPr>
                  <a:t> </a:t>
                </a:r>
                <a:endParaRPr>
                  <a:solidFill>
                    <a:schemeClr val="dk1"/>
                  </a:solidFill>
                </a:endParaRPr>
              </a:p>
            </p:txBody>
          </p:sp>
        </p:grpSp>
        <p:sp>
          <p:nvSpPr>
            <p:cNvPr id="2042" name="Google Shape;2042;p48"/>
            <p:cNvSpPr/>
            <p:nvPr/>
          </p:nvSpPr>
          <p:spPr>
            <a:xfrm rot="-2281323">
              <a:off x="6037771" y="1389972"/>
              <a:ext cx="271725" cy="287249"/>
            </a:xfrm>
            <a:custGeom>
              <a:rect b="b" l="l" r="r" t="t"/>
              <a:pathLst>
                <a:path extrusionOk="0" h="5504" w="5206">
                  <a:moveTo>
                    <a:pt x="2726" y="0"/>
                  </a:moveTo>
                  <a:lnTo>
                    <a:pt x="0" y="5493"/>
                  </a:lnTo>
                  <a:lnTo>
                    <a:pt x="2591" y="4653"/>
                  </a:lnTo>
                  <a:lnTo>
                    <a:pt x="5206" y="5504"/>
                  </a:lnTo>
                  <a:close/>
                </a:path>
              </a:pathLst>
            </a:custGeom>
            <a:solidFill>
              <a:schemeClr val="lt2"/>
            </a:solidFill>
            <a:ln cap="flat" cmpd="sng" w="9525">
              <a:solidFill>
                <a:schemeClr val="lt1"/>
              </a:solidFill>
              <a:prstDash val="solid"/>
              <a:round/>
              <a:headEnd len="med" w="med" type="none"/>
              <a:tailEnd len="med" w="med" type="none"/>
            </a:ln>
          </p:spPr>
        </p:sp>
      </p:grpSp>
      <p:sp>
        <p:nvSpPr>
          <p:cNvPr id="2043" name="Google Shape;2043;p48"/>
          <p:cNvSpPr/>
          <p:nvPr/>
        </p:nvSpPr>
        <p:spPr>
          <a:xfrm>
            <a:off x="5911250" y="2319600"/>
            <a:ext cx="2881800" cy="2610300"/>
          </a:xfrm>
          <a:prstGeom prst="roundRect">
            <a:avLst>
              <a:gd fmla="val 4803" name="adj"/>
            </a:avLst>
          </a:prstGeom>
          <a:solidFill>
            <a:schemeClr val="lt2"/>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044" name="Google Shape;2044;p48"/>
          <p:cNvGrpSpPr/>
          <p:nvPr/>
        </p:nvGrpSpPr>
        <p:grpSpPr>
          <a:xfrm>
            <a:off x="5981425" y="2420932"/>
            <a:ext cx="277873" cy="68400"/>
            <a:chOff x="5202525" y="2420932"/>
            <a:chExt cx="277873" cy="68400"/>
          </a:xfrm>
        </p:grpSpPr>
        <p:sp>
          <p:nvSpPr>
            <p:cNvPr id="2045" name="Google Shape;2045;p48"/>
            <p:cNvSpPr/>
            <p:nvPr/>
          </p:nvSpPr>
          <p:spPr>
            <a:xfrm>
              <a:off x="5202525" y="2420932"/>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46" name="Google Shape;2046;p48"/>
            <p:cNvSpPr/>
            <p:nvPr/>
          </p:nvSpPr>
          <p:spPr>
            <a:xfrm>
              <a:off x="5307261" y="2420932"/>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47" name="Google Shape;2047;p48"/>
            <p:cNvSpPr/>
            <p:nvPr/>
          </p:nvSpPr>
          <p:spPr>
            <a:xfrm>
              <a:off x="5411998" y="2420932"/>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048" name="Google Shape;2048;p48"/>
          <p:cNvSpPr/>
          <p:nvPr/>
        </p:nvSpPr>
        <p:spPr>
          <a:xfrm>
            <a:off x="341525" y="2319600"/>
            <a:ext cx="5421300" cy="2610300"/>
          </a:xfrm>
          <a:prstGeom prst="roundRect">
            <a:avLst>
              <a:gd fmla="val 4803" name="adj"/>
            </a:avLst>
          </a:prstGeom>
          <a:solidFill>
            <a:schemeClr val="lt2"/>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049" name="Google Shape;2049;p48"/>
          <p:cNvGrpSpPr/>
          <p:nvPr/>
        </p:nvGrpSpPr>
        <p:grpSpPr>
          <a:xfrm>
            <a:off x="411700" y="2420932"/>
            <a:ext cx="277873" cy="68400"/>
            <a:chOff x="411700" y="2420932"/>
            <a:chExt cx="277873" cy="68400"/>
          </a:xfrm>
        </p:grpSpPr>
        <p:sp>
          <p:nvSpPr>
            <p:cNvPr id="2050" name="Google Shape;2050;p48"/>
            <p:cNvSpPr/>
            <p:nvPr/>
          </p:nvSpPr>
          <p:spPr>
            <a:xfrm>
              <a:off x="411700" y="2420932"/>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51" name="Google Shape;2051;p48"/>
            <p:cNvSpPr/>
            <p:nvPr/>
          </p:nvSpPr>
          <p:spPr>
            <a:xfrm>
              <a:off x="516436" y="2420932"/>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52" name="Google Shape;2052;p48"/>
            <p:cNvSpPr/>
            <p:nvPr/>
          </p:nvSpPr>
          <p:spPr>
            <a:xfrm>
              <a:off x="621173" y="2420932"/>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053" name="Google Shape;2053;p48"/>
          <p:cNvSpPr txBox="1"/>
          <p:nvPr>
            <p:ph idx="2" type="body"/>
          </p:nvPr>
        </p:nvSpPr>
        <p:spPr>
          <a:xfrm>
            <a:off x="167325" y="-39600"/>
            <a:ext cx="1169700" cy="431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None/>
            </a:pPr>
            <a:r>
              <a:rPr b="1" lang="en"/>
              <a:t>Name </a:t>
            </a:r>
            <a:endParaRPr/>
          </a:p>
          <a:p>
            <a:pPr indent="0" lvl="0" marL="0" rtl="0" algn="l">
              <a:spcBef>
                <a:spcPts val="0"/>
              </a:spcBef>
              <a:spcAft>
                <a:spcPts val="0"/>
              </a:spcAft>
              <a:buNone/>
            </a:pPr>
            <a:r>
              <a:t/>
            </a:r>
            <a:endParaRPr/>
          </a:p>
        </p:txBody>
      </p:sp>
      <p:sp>
        <p:nvSpPr>
          <p:cNvPr id="2054" name="Google Shape;2054;p48"/>
          <p:cNvSpPr txBox="1"/>
          <p:nvPr>
            <p:ph idx="3" type="body"/>
          </p:nvPr>
        </p:nvSpPr>
        <p:spPr>
          <a:xfrm>
            <a:off x="940775" y="-39600"/>
            <a:ext cx="3810300" cy="431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a:t>Department    Course Number    Section    Time    Location</a:t>
            </a:r>
            <a:endParaRPr/>
          </a:p>
          <a:p>
            <a:pPr indent="0" lvl="0" marL="0" rtl="0" algn="l">
              <a:spcBef>
                <a:spcPts val="0"/>
              </a:spcBef>
              <a:spcAft>
                <a:spcPts val="0"/>
              </a:spcAft>
              <a:buNone/>
            </a:pPr>
            <a:r>
              <a:t/>
            </a:r>
            <a:endParaRPr/>
          </a:p>
        </p:txBody>
      </p:sp>
      <p:sp>
        <p:nvSpPr>
          <p:cNvPr id="2055" name="Google Shape;2055;p48"/>
          <p:cNvSpPr/>
          <p:nvPr/>
        </p:nvSpPr>
        <p:spPr>
          <a:xfrm>
            <a:off x="341528" y="1539755"/>
            <a:ext cx="1953600" cy="630300"/>
          </a:xfrm>
          <a:prstGeom prst="roundRect">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Lexend"/>
                <a:ea typeface="Lexend"/>
                <a:cs typeface="Lexend"/>
                <a:sym typeface="Lexend"/>
              </a:rPr>
              <a:t>Outline</a:t>
            </a:r>
            <a:endParaRPr sz="2400">
              <a:solidFill>
                <a:schemeClr val="dk1"/>
              </a:solidFill>
              <a:latin typeface="Lexend"/>
              <a:ea typeface="Lexend"/>
              <a:cs typeface="Lexend"/>
              <a:sym typeface="Lexend"/>
            </a:endParaRPr>
          </a:p>
        </p:txBody>
      </p:sp>
      <p:grpSp>
        <p:nvGrpSpPr>
          <p:cNvPr id="2056" name="Google Shape;2056;p48"/>
          <p:cNvGrpSpPr/>
          <p:nvPr/>
        </p:nvGrpSpPr>
        <p:grpSpPr>
          <a:xfrm>
            <a:off x="7619573" y="3626757"/>
            <a:ext cx="946911" cy="966699"/>
            <a:chOff x="2725798" y="3590032"/>
            <a:chExt cx="946911" cy="966699"/>
          </a:xfrm>
        </p:grpSpPr>
        <p:grpSp>
          <p:nvGrpSpPr>
            <p:cNvPr id="2057" name="Google Shape;2057;p48"/>
            <p:cNvGrpSpPr/>
            <p:nvPr/>
          </p:nvGrpSpPr>
          <p:grpSpPr>
            <a:xfrm>
              <a:off x="2725798" y="3590032"/>
              <a:ext cx="946911" cy="966699"/>
              <a:chOff x="2040572" y="340487"/>
              <a:chExt cx="1276160" cy="1302829"/>
            </a:xfrm>
          </p:grpSpPr>
          <p:grpSp>
            <p:nvGrpSpPr>
              <p:cNvPr id="2058" name="Google Shape;2058;p48"/>
              <p:cNvGrpSpPr/>
              <p:nvPr/>
            </p:nvGrpSpPr>
            <p:grpSpPr>
              <a:xfrm>
                <a:off x="2040572" y="340487"/>
                <a:ext cx="1276160" cy="1302829"/>
                <a:chOff x="2040572" y="340487"/>
                <a:chExt cx="1276160" cy="1302829"/>
              </a:xfrm>
            </p:grpSpPr>
            <p:sp>
              <p:nvSpPr>
                <p:cNvPr id="2059" name="Google Shape;2059;p48"/>
                <p:cNvSpPr/>
                <p:nvPr/>
              </p:nvSpPr>
              <p:spPr>
                <a:xfrm>
                  <a:off x="2040572" y="340487"/>
                  <a:ext cx="1269809" cy="1296479"/>
                </a:xfrm>
                <a:custGeom>
                  <a:rect b="b" l="l" r="r" t="t"/>
                  <a:pathLst>
                    <a:path extrusionOk="0" h="1296479" w="1269809">
                      <a:moveTo>
                        <a:pt x="0" y="0"/>
                      </a:moveTo>
                      <a:lnTo>
                        <a:pt x="1269810" y="0"/>
                      </a:lnTo>
                      <a:lnTo>
                        <a:pt x="1269810" y="1296480"/>
                      </a:lnTo>
                      <a:lnTo>
                        <a:pt x="0" y="1296480"/>
                      </a:lnTo>
                      <a:close/>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60" name="Google Shape;2060;p48"/>
                <p:cNvSpPr/>
                <p:nvPr/>
              </p:nvSpPr>
              <p:spPr>
                <a:xfrm>
                  <a:off x="3310382"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61" name="Google Shape;2061;p48"/>
                <p:cNvSpPr/>
                <p:nvPr/>
              </p:nvSpPr>
              <p:spPr>
                <a:xfrm>
                  <a:off x="2225167"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62" name="Google Shape;2062;p48"/>
                <p:cNvSpPr/>
                <p:nvPr/>
              </p:nvSpPr>
              <p:spPr>
                <a:xfrm>
                  <a:off x="2409761"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63" name="Google Shape;2063;p48"/>
                <p:cNvSpPr/>
                <p:nvPr/>
              </p:nvSpPr>
              <p:spPr>
                <a:xfrm>
                  <a:off x="2594292"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64" name="Google Shape;2064;p48"/>
                <p:cNvSpPr/>
                <p:nvPr/>
              </p:nvSpPr>
              <p:spPr>
                <a:xfrm>
                  <a:off x="2778887"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65" name="Google Shape;2065;p48"/>
                <p:cNvSpPr/>
                <p:nvPr/>
              </p:nvSpPr>
              <p:spPr>
                <a:xfrm>
                  <a:off x="2963481"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66" name="Google Shape;2066;p48"/>
                <p:cNvSpPr/>
                <p:nvPr/>
              </p:nvSpPr>
              <p:spPr>
                <a:xfrm>
                  <a:off x="3148076"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67" name="Google Shape;2067;p48"/>
                <p:cNvSpPr/>
                <p:nvPr/>
              </p:nvSpPr>
              <p:spPr>
                <a:xfrm>
                  <a:off x="2040572" y="525653"/>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68" name="Google Shape;2068;p48"/>
                <p:cNvSpPr/>
                <p:nvPr/>
              </p:nvSpPr>
              <p:spPr>
                <a:xfrm>
                  <a:off x="2040572" y="34048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69" name="Google Shape;2069;p48"/>
                <p:cNvSpPr/>
                <p:nvPr/>
              </p:nvSpPr>
              <p:spPr>
                <a:xfrm>
                  <a:off x="2040572" y="145173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70" name="Google Shape;2070;p48"/>
                <p:cNvSpPr/>
                <p:nvPr/>
              </p:nvSpPr>
              <p:spPr>
                <a:xfrm>
                  <a:off x="2040572" y="1636966"/>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71" name="Google Shape;2071;p48"/>
                <p:cNvSpPr/>
                <p:nvPr/>
              </p:nvSpPr>
              <p:spPr>
                <a:xfrm>
                  <a:off x="2040572" y="126650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72" name="Google Shape;2072;p48"/>
                <p:cNvSpPr/>
                <p:nvPr/>
              </p:nvSpPr>
              <p:spPr>
                <a:xfrm>
                  <a:off x="2040572" y="1081278"/>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73" name="Google Shape;2073;p48"/>
                <p:cNvSpPr/>
                <p:nvPr/>
              </p:nvSpPr>
              <p:spPr>
                <a:xfrm>
                  <a:off x="2040572" y="896112"/>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74" name="Google Shape;2074;p48"/>
                <p:cNvSpPr/>
                <p:nvPr/>
              </p:nvSpPr>
              <p:spPr>
                <a:xfrm>
                  <a:off x="2040572" y="710882"/>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2075" name="Google Shape;2075;p48"/>
              <p:cNvSpPr/>
              <p:nvPr/>
            </p:nvSpPr>
            <p:spPr>
              <a:xfrm>
                <a:off x="2593657" y="525653"/>
                <a:ext cx="185229" cy="185229"/>
              </a:xfrm>
              <a:custGeom>
                <a:rect b="b" l="l" r="r" t="t"/>
                <a:pathLst>
                  <a:path extrusionOk="0" h="185229" w="185229">
                    <a:moveTo>
                      <a:pt x="0" y="0"/>
                    </a:moveTo>
                    <a:lnTo>
                      <a:pt x="185230" y="0"/>
                    </a:lnTo>
                    <a:lnTo>
                      <a:pt x="185230" y="185229"/>
                    </a:lnTo>
                    <a:lnTo>
                      <a:pt x="0" y="185229"/>
                    </a:lnTo>
                    <a:close/>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2076" name="Google Shape;2076;p48"/>
            <p:cNvSpPr/>
            <p:nvPr/>
          </p:nvSpPr>
          <p:spPr>
            <a:xfrm>
              <a:off x="2862815" y="3729522"/>
              <a:ext cx="618874" cy="687570"/>
            </a:xfrm>
            <a:custGeom>
              <a:rect b="b" l="l" r="r" t="t"/>
              <a:pathLst>
                <a:path extrusionOk="0" h="926020" w="833501">
                  <a:moveTo>
                    <a:pt x="184912" y="926020"/>
                  </a:moveTo>
                  <a:lnTo>
                    <a:pt x="184912" y="833565"/>
                  </a:lnTo>
                  <a:lnTo>
                    <a:pt x="92456" y="833565"/>
                  </a:lnTo>
                  <a:lnTo>
                    <a:pt x="92456" y="741109"/>
                  </a:lnTo>
                  <a:lnTo>
                    <a:pt x="0" y="741109"/>
                  </a:lnTo>
                  <a:lnTo>
                    <a:pt x="0" y="184912"/>
                  </a:lnTo>
                  <a:lnTo>
                    <a:pt x="92456" y="184912"/>
                  </a:lnTo>
                  <a:lnTo>
                    <a:pt x="92456" y="92456"/>
                  </a:lnTo>
                  <a:lnTo>
                    <a:pt x="184912" y="92456"/>
                  </a:lnTo>
                  <a:lnTo>
                    <a:pt x="184912" y="0"/>
                  </a:lnTo>
                  <a:lnTo>
                    <a:pt x="648589" y="0"/>
                  </a:lnTo>
                  <a:lnTo>
                    <a:pt x="648589" y="92456"/>
                  </a:lnTo>
                  <a:lnTo>
                    <a:pt x="741045" y="92456"/>
                  </a:lnTo>
                  <a:lnTo>
                    <a:pt x="741045" y="184912"/>
                  </a:lnTo>
                  <a:lnTo>
                    <a:pt x="833501" y="184912"/>
                  </a:lnTo>
                  <a:lnTo>
                    <a:pt x="833501" y="370523"/>
                  </a:lnTo>
                  <a:lnTo>
                    <a:pt x="648526" y="370523"/>
                  </a:lnTo>
                  <a:lnTo>
                    <a:pt x="648526" y="277432"/>
                  </a:lnTo>
                  <a:lnTo>
                    <a:pt x="555435" y="277432"/>
                  </a:lnTo>
                  <a:lnTo>
                    <a:pt x="555435" y="184975"/>
                  </a:lnTo>
                  <a:lnTo>
                    <a:pt x="277368" y="184975"/>
                  </a:lnTo>
                  <a:lnTo>
                    <a:pt x="277368" y="277432"/>
                  </a:lnTo>
                  <a:lnTo>
                    <a:pt x="184912" y="277432"/>
                  </a:lnTo>
                  <a:lnTo>
                    <a:pt x="184912" y="648589"/>
                  </a:lnTo>
                  <a:lnTo>
                    <a:pt x="277368" y="648589"/>
                  </a:lnTo>
                  <a:lnTo>
                    <a:pt x="277368" y="741045"/>
                  </a:lnTo>
                  <a:lnTo>
                    <a:pt x="555435" y="741045"/>
                  </a:lnTo>
                  <a:lnTo>
                    <a:pt x="555435" y="648589"/>
                  </a:lnTo>
                  <a:lnTo>
                    <a:pt x="648526" y="648589"/>
                  </a:lnTo>
                  <a:lnTo>
                    <a:pt x="648526" y="555498"/>
                  </a:lnTo>
                  <a:lnTo>
                    <a:pt x="833501" y="555498"/>
                  </a:lnTo>
                  <a:lnTo>
                    <a:pt x="833501" y="741109"/>
                  </a:lnTo>
                  <a:lnTo>
                    <a:pt x="741045" y="741109"/>
                  </a:lnTo>
                  <a:lnTo>
                    <a:pt x="741045" y="833565"/>
                  </a:lnTo>
                  <a:lnTo>
                    <a:pt x="648589" y="833565"/>
                  </a:lnTo>
                  <a:lnTo>
                    <a:pt x="648589" y="926020"/>
                  </a:lnTo>
                  <a:lnTo>
                    <a:pt x="184912" y="926020"/>
                  </a:lnTo>
                  <a:close/>
                </a:path>
              </a:pathLst>
            </a:custGeom>
            <a:solidFill>
              <a:schemeClr val="dk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chemeClr val="dk1"/>
                </a:solidFill>
              </a:endParaRPr>
            </a:p>
          </p:txBody>
        </p:sp>
      </p:grpSp>
      <p:grpSp>
        <p:nvGrpSpPr>
          <p:cNvPr id="2077" name="Google Shape;2077;p48"/>
          <p:cNvGrpSpPr/>
          <p:nvPr/>
        </p:nvGrpSpPr>
        <p:grpSpPr>
          <a:xfrm>
            <a:off x="6874022" y="3139180"/>
            <a:ext cx="946911" cy="966699"/>
            <a:chOff x="1438774" y="3590059"/>
            <a:chExt cx="946911" cy="966699"/>
          </a:xfrm>
        </p:grpSpPr>
        <p:grpSp>
          <p:nvGrpSpPr>
            <p:cNvPr id="2078" name="Google Shape;2078;p48"/>
            <p:cNvGrpSpPr/>
            <p:nvPr/>
          </p:nvGrpSpPr>
          <p:grpSpPr>
            <a:xfrm>
              <a:off x="1438774" y="3590059"/>
              <a:ext cx="946911" cy="966699"/>
              <a:chOff x="3707828" y="340487"/>
              <a:chExt cx="1276160" cy="1302829"/>
            </a:xfrm>
          </p:grpSpPr>
          <p:grpSp>
            <p:nvGrpSpPr>
              <p:cNvPr id="2079" name="Google Shape;2079;p48"/>
              <p:cNvGrpSpPr/>
              <p:nvPr/>
            </p:nvGrpSpPr>
            <p:grpSpPr>
              <a:xfrm>
                <a:off x="3707828" y="340487"/>
                <a:ext cx="1276160" cy="1302829"/>
                <a:chOff x="3707828" y="340487"/>
                <a:chExt cx="1276160" cy="1302829"/>
              </a:xfrm>
            </p:grpSpPr>
            <p:sp>
              <p:nvSpPr>
                <p:cNvPr id="2080" name="Google Shape;2080;p48"/>
                <p:cNvSpPr/>
                <p:nvPr/>
              </p:nvSpPr>
              <p:spPr>
                <a:xfrm>
                  <a:off x="3707828" y="340487"/>
                  <a:ext cx="1269809" cy="1296479"/>
                </a:xfrm>
                <a:custGeom>
                  <a:rect b="b" l="l" r="r" t="t"/>
                  <a:pathLst>
                    <a:path extrusionOk="0" h="1296479" w="1269809">
                      <a:moveTo>
                        <a:pt x="0" y="0"/>
                      </a:moveTo>
                      <a:lnTo>
                        <a:pt x="1269809" y="0"/>
                      </a:lnTo>
                      <a:lnTo>
                        <a:pt x="1269809" y="1296480"/>
                      </a:lnTo>
                      <a:lnTo>
                        <a:pt x="0" y="1296480"/>
                      </a:lnTo>
                      <a:close/>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81" name="Google Shape;2081;p48"/>
                <p:cNvSpPr/>
                <p:nvPr/>
              </p:nvSpPr>
              <p:spPr>
                <a:xfrm>
                  <a:off x="4977638"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82" name="Google Shape;2082;p48"/>
                <p:cNvSpPr/>
                <p:nvPr/>
              </p:nvSpPr>
              <p:spPr>
                <a:xfrm>
                  <a:off x="3892423"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83" name="Google Shape;2083;p48"/>
                <p:cNvSpPr/>
                <p:nvPr/>
              </p:nvSpPr>
              <p:spPr>
                <a:xfrm>
                  <a:off x="4077017"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84" name="Google Shape;2084;p48"/>
                <p:cNvSpPr/>
                <p:nvPr/>
              </p:nvSpPr>
              <p:spPr>
                <a:xfrm>
                  <a:off x="4261548"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85" name="Google Shape;2085;p48"/>
                <p:cNvSpPr/>
                <p:nvPr/>
              </p:nvSpPr>
              <p:spPr>
                <a:xfrm>
                  <a:off x="4446143"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86" name="Google Shape;2086;p48"/>
                <p:cNvSpPr/>
                <p:nvPr/>
              </p:nvSpPr>
              <p:spPr>
                <a:xfrm>
                  <a:off x="4630737"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87" name="Google Shape;2087;p48"/>
                <p:cNvSpPr/>
                <p:nvPr/>
              </p:nvSpPr>
              <p:spPr>
                <a:xfrm>
                  <a:off x="4815268"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88" name="Google Shape;2088;p48"/>
                <p:cNvSpPr/>
                <p:nvPr/>
              </p:nvSpPr>
              <p:spPr>
                <a:xfrm>
                  <a:off x="3707828" y="525653"/>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89" name="Google Shape;2089;p48"/>
                <p:cNvSpPr/>
                <p:nvPr/>
              </p:nvSpPr>
              <p:spPr>
                <a:xfrm>
                  <a:off x="3707828" y="34048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90" name="Google Shape;2090;p48"/>
                <p:cNvSpPr/>
                <p:nvPr/>
              </p:nvSpPr>
              <p:spPr>
                <a:xfrm>
                  <a:off x="3707828" y="145173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91" name="Google Shape;2091;p48"/>
                <p:cNvSpPr/>
                <p:nvPr/>
              </p:nvSpPr>
              <p:spPr>
                <a:xfrm>
                  <a:off x="3707828" y="1636966"/>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92" name="Google Shape;2092;p48"/>
                <p:cNvSpPr/>
                <p:nvPr/>
              </p:nvSpPr>
              <p:spPr>
                <a:xfrm>
                  <a:off x="3707828" y="126650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93" name="Google Shape;2093;p48"/>
                <p:cNvSpPr/>
                <p:nvPr/>
              </p:nvSpPr>
              <p:spPr>
                <a:xfrm>
                  <a:off x="3707828" y="1081278"/>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94" name="Google Shape;2094;p48"/>
                <p:cNvSpPr/>
                <p:nvPr/>
              </p:nvSpPr>
              <p:spPr>
                <a:xfrm>
                  <a:off x="3707828" y="896112"/>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95" name="Google Shape;2095;p48"/>
                <p:cNvSpPr/>
                <p:nvPr/>
              </p:nvSpPr>
              <p:spPr>
                <a:xfrm>
                  <a:off x="3707828" y="710882"/>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2096" name="Google Shape;2096;p48"/>
              <p:cNvSpPr/>
              <p:nvPr/>
            </p:nvSpPr>
            <p:spPr>
              <a:xfrm>
                <a:off x="4260913" y="525653"/>
                <a:ext cx="185229" cy="185229"/>
              </a:xfrm>
              <a:custGeom>
                <a:rect b="b" l="l" r="r" t="t"/>
                <a:pathLst>
                  <a:path extrusionOk="0" h="185229" w="185229">
                    <a:moveTo>
                      <a:pt x="0" y="0"/>
                    </a:moveTo>
                    <a:lnTo>
                      <a:pt x="185229" y="0"/>
                    </a:lnTo>
                    <a:lnTo>
                      <a:pt x="185229" y="185229"/>
                    </a:lnTo>
                    <a:lnTo>
                      <a:pt x="0" y="185229"/>
                    </a:lnTo>
                    <a:close/>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grpSp>
          <p:nvGrpSpPr>
            <p:cNvPr id="2097" name="Google Shape;2097;p48"/>
            <p:cNvGrpSpPr/>
            <p:nvPr/>
          </p:nvGrpSpPr>
          <p:grpSpPr>
            <a:xfrm>
              <a:off x="1712541" y="3729479"/>
              <a:ext cx="497389" cy="685349"/>
              <a:chOff x="1712541" y="3729479"/>
              <a:chExt cx="497389" cy="685349"/>
            </a:xfrm>
          </p:grpSpPr>
          <p:sp>
            <p:nvSpPr>
              <p:cNvPr id="2098" name="Google Shape;2098;p48"/>
              <p:cNvSpPr/>
              <p:nvPr/>
            </p:nvSpPr>
            <p:spPr>
              <a:xfrm>
                <a:off x="1712541" y="3729479"/>
                <a:ext cx="497389" cy="685349"/>
              </a:xfrm>
              <a:custGeom>
                <a:rect b="b" l="l" r="r" t="t"/>
                <a:pathLst>
                  <a:path extrusionOk="0" h="926147" w="672147">
                    <a:moveTo>
                      <a:pt x="0" y="926084"/>
                    </a:moveTo>
                    <a:lnTo>
                      <a:pt x="0" y="0"/>
                    </a:lnTo>
                    <a:lnTo>
                      <a:pt x="149161" y="0"/>
                    </a:lnTo>
                    <a:lnTo>
                      <a:pt x="149161" y="331026"/>
                    </a:lnTo>
                    <a:lnTo>
                      <a:pt x="223711" y="331026"/>
                    </a:lnTo>
                    <a:lnTo>
                      <a:pt x="223711" y="264986"/>
                    </a:lnTo>
                    <a:lnTo>
                      <a:pt x="523049" y="264986"/>
                    </a:lnTo>
                    <a:lnTo>
                      <a:pt x="523049" y="331026"/>
                    </a:lnTo>
                    <a:lnTo>
                      <a:pt x="597598" y="331026"/>
                    </a:lnTo>
                    <a:lnTo>
                      <a:pt x="597598" y="397066"/>
                    </a:lnTo>
                    <a:lnTo>
                      <a:pt x="672148" y="397066"/>
                    </a:lnTo>
                    <a:lnTo>
                      <a:pt x="672148" y="794068"/>
                    </a:lnTo>
                    <a:lnTo>
                      <a:pt x="597598" y="794068"/>
                    </a:lnTo>
                    <a:lnTo>
                      <a:pt x="597598" y="860108"/>
                    </a:lnTo>
                    <a:lnTo>
                      <a:pt x="523049" y="860108"/>
                    </a:lnTo>
                    <a:lnTo>
                      <a:pt x="523049" y="926148"/>
                    </a:lnTo>
                    <a:lnTo>
                      <a:pt x="223711" y="926148"/>
                    </a:lnTo>
                    <a:lnTo>
                      <a:pt x="223711" y="860108"/>
                    </a:lnTo>
                    <a:lnTo>
                      <a:pt x="149161" y="860108"/>
                    </a:lnTo>
                    <a:lnTo>
                      <a:pt x="149161" y="926148"/>
                    </a:lnTo>
                    <a:lnTo>
                      <a:pt x="0" y="926148"/>
                    </a:lnTo>
                    <a:close/>
                    <a:moveTo>
                      <a:pt x="447992" y="794068"/>
                    </a:moveTo>
                    <a:lnTo>
                      <a:pt x="447992" y="728027"/>
                    </a:lnTo>
                    <a:lnTo>
                      <a:pt x="523113" y="728027"/>
                    </a:lnTo>
                    <a:lnTo>
                      <a:pt x="523113" y="463042"/>
                    </a:lnTo>
                    <a:lnTo>
                      <a:pt x="447992" y="463042"/>
                    </a:lnTo>
                    <a:lnTo>
                      <a:pt x="447992" y="397002"/>
                    </a:lnTo>
                    <a:lnTo>
                      <a:pt x="223711" y="397002"/>
                    </a:lnTo>
                    <a:lnTo>
                      <a:pt x="223711" y="463042"/>
                    </a:lnTo>
                    <a:lnTo>
                      <a:pt x="149161" y="463042"/>
                    </a:lnTo>
                    <a:lnTo>
                      <a:pt x="149161" y="728027"/>
                    </a:lnTo>
                    <a:lnTo>
                      <a:pt x="223711" y="728027"/>
                    </a:lnTo>
                    <a:lnTo>
                      <a:pt x="223711" y="794068"/>
                    </a:lnTo>
                    <a:lnTo>
                      <a:pt x="447992" y="794068"/>
                    </a:lnTo>
                    <a:close/>
                  </a:path>
                </a:pathLst>
              </a:custGeom>
              <a:solidFill>
                <a:schemeClr val="dk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chemeClr val="dk1"/>
                  </a:solidFill>
                </a:endParaRPr>
              </a:p>
            </p:txBody>
          </p:sp>
          <p:sp>
            <p:nvSpPr>
              <p:cNvPr id="2099" name="Google Shape;2099;p48"/>
              <p:cNvSpPr/>
              <p:nvPr/>
            </p:nvSpPr>
            <p:spPr>
              <a:xfrm>
                <a:off x="2049409" y="3974898"/>
                <a:ext cx="104364" cy="98114"/>
              </a:xfrm>
              <a:custGeom>
                <a:rect b="b" l="l" r="r" t="t"/>
                <a:pathLst>
                  <a:path extrusionOk="0" h="132587" w="141033">
                    <a:moveTo>
                      <a:pt x="0" y="0"/>
                    </a:moveTo>
                    <a:lnTo>
                      <a:pt x="141034" y="0"/>
                    </a:lnTo>
                    <a:lnTo>
                      <a:pt x="141034" y="132588"/>
                    </a:lnTo>
                    <a:lnTo>
                      <a:pt x="0" y="132588"/>
                    </a:lnTo>
                    <a:close/>
                  </a:path>
                </a:pathLst>
              </a:custGeom>
              <a:solidFill>
                <a:schemeClr val="dk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00" name="Google Shape;2100;p48"/>
              <p:cNvSpPr/>
              <p:nvPr/>
            </p:nvSpPr>
            <p:spPr>
              <a:xfrm>
                <a:off x="1744815" y="3729480"/>
                <a:ext cx="104364" cy="685302"/>
              </a:xfrm>
              <a:custGeom>
                <a:rect b="b" l="l" r="r" t="t"/>
                <a:pathLst>
                  <a:path extrusionOk="0" h="926084" w="141033">
                    <a:moveTo>
                      <a:pt x="0" y="0"/>
                    </a:moveTo>
                    <a:lnTo>
                      <a:pt x="141034" y="0"/>
                    </a:lnTo>
                    <a:lnTo>
                      <a:pt x="141034" y="926084"/>
                    </a:lnTo>
                    <a:lnTo>
                      <a:pt x="0" y="926084"/>
                    </a:lnTo>
                    <a:close/>
                  </a:path>
                </a:pathLst>
              </a:custGeom>
              <a:solidFill>
                <a:schemeClr val="dk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01" name="Google Shape;2101;p48"/>
              <p:cNvSpPr/>
              <p:nvPr/>
            </p:nvSpPr>
            <p:spPr>
              <a:xfrm>
                <a:off x="2049409" y="4269457"/>
                <a:ext cx="104364" cy="98114"/>
              </a:xfrm>
              <a:custGeom>
                <a:rect b="b" l="l" r="r" t="t"/>
                <a:pathLst>
                  <a:path extrusionOk="0" h="132587" w="141033">
                    <a:moveTo>
                      <a:pt x="0" y="0"/>
                    </a:moveTo>
                    <a:lnTo>
                      <a:pt x="141034" y="0"/>
                    </a:lnTo>
                    <a:lnTo>
                      <a:pt x="141034" y="132588"/>
                    </a:lnTo>
                    <a:lnTo>
                      <a:pt x="0" y="132588"/>
                    </a:lnTo>
                    <a:close/>
                  </a:path>
                </a:pathLst>
              </a:custGeom>
              <a:solidFill>
                <a:schemeClr val="dk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grpSp>
      <p:grpSp>
        <p:nvGrpSpPr>
          <p:cNvPr id="2102" name="Google Shape;2102;p48"/>
          <p:cNvGrpSpPr/>
          <p:nvPr/>
        </p:nvGrpSpPr>
        <p:grpSpPr>
          <a:xfrm>
            <a:off x="6117220" y="2656029"/>
            <a:ext cx="946911" cy="966699"/>
            <a:chOff x="151447" y="3590017"/>
            <a:chExt cx="946911" cy="966699"/>
          </a:xfrm>
        </p:grpSpPr>
        <p:grpSp>
          <p:nvGrpSpPr>
            <p:cNvPr id="2103" name="Google Shape;2103;p48"/>
            <p:cNvGrpSpPr/>
            <p:nvPr/>
          </p:nvGrpSpPr>
          <p:grpSpPr>
            <a:xfrm>
              <a:off x="151447" y="3590017"/>
              <a:ext cx="946911" cy="966699"/>
              <a:chOff x="373316" y="340487"/>
              <a:chExt cx="1276160" cy="1302829"/>
            </a:xfrm>
          </p:grpSpPr>
          <p:sp>
            <p:nvSpPr>
              <p:cNvPr id="2104" name="Google Shape;2104;p48"/>
              <p:cNvSpPr/>
              <p:nvPr/>
            </p:nvSpPr>
            <p:spPr>
              <a:xfrm>
                <a:off x="373316" y="340487"/>
                <a:ext cx="1269809" cy="1296479"/>
              </a:xfrm>
              <a:custGeom>
                <a:rect b="b" l="l" r="r" t="t"/>
                <a:pathLst>
                  <a:path extrusionOk="0" h="1296479" w="1269809">
                    <a:moveTo>
                      <a:pt x="0" y="0"/>
                    </a:moveTo>
                    <a:lnTo>
                      <a:pt x="1269810" y="0"/>
                    </a:lnTo>
                    <a:lnTo>
                      <a:pt x="1269810" y="1296480"/>
                    </a:lnTo>
                    <a:lnTo>
                      <a:pt x="0" y="1296480"/>
                    </a:lnTo>
                    <a:close/>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05" name="Google Shape;2105;p48"/>
              <p:cNvSpPr/>
              <p:nvPr/>
            </p:nvSpPr>
            <p:spPr>
              <a:xfrm>
                <a:off x="1643126"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06" name="Google Shape;2106;p48"/>
              <p:cNvSpPr/>
              <p:nvPr/>
            </p:nvSpPr>
            <p:spPr>
              <a:xfrm>
                <a:off x="557911"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07" name="Google Shape;2107;p48"/>
              <p:cNvSpPr/>
              <p:nvPr/>
            </p:nvSpPr>
            <p:spPr>
              <a:xfrm>
                <a:off x="742505"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08" name="Google Shape;2108;p48"/>
              <p:cNvSpPr/>
              <p:nvPr/>
            </p:nvSpPr>
            <p:spPr>
              <a:xfrm>
                <a:off x="927100"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09" name="Google Shape;2109;p48"/>
              <p:cNvSpPr/>
              <p:nvPr/>
            </p:nvSpPr>
            <p:spPr>
              <a:xfrm>
                <a:off x="1111631"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10" name="Google Shape;2110;p48"/>
              <p:cNvSpPr/>
              <p:nvPr/>
            </p:nvSpPr>
            <p:spPr>
              <a:xfrm>
                <a:off x="1296225"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11" name="Google Shape;2111;p48"/>
              <p:cNvSpPr/>
              <p:nvPr/>
            </p:nvSpPr>
            <p:spPr>
              <a:xfrm>
                <a:off x="1480820"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12" name="Google Shape;2112;p48"/>
              <p:cNvSpPr/>
              <p:nvPr/>
            </p:nvSpPr>
            <p:spPr>
              <a:xfrm>
                <a:off x="373316" y="525653"/>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13" name="Google Shape;2113;p48"/>
              <p:cNvSpPr/>
              <p:nvPr/>
            </p:nvSpPr>
            <p:spPr>
              <a:xfrm>
                <a:off x="373316" y="34048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14" name="Google Shape;2114;p48"/>
              <p:cNvSpPr/>
              <p:nvPr/>
            </p:nvSpPr>
            <p:spPr>
              <a:xfrm>
                <a:off x="373316" y="145173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15" name="Google Shape;2115;p48"/>
              <p:cNvSpPr/>
              <p:nvPr/>
            </p:nvSpPr>
            <p:spPr>
              <a:xfrm>
                <a:off x="373316" y="1636966"/>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16" name="Google Shape;2116;p48"/>
              <p:cNvSpPr/>
              <p:nvPr/>
            </p:nvSpPr>
            <p:spPr>
              <a:xfrm>
                <a:off x="373316" y="126650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17" name="Google Shape;2117;p48"/>
              <p:cNvSpPr/>
              <p:nvPr/>
            </p:nvSpPr>
            <p:spPr>
              <a:xfrm>
                <a:off x="373316" y="1081278"/>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18" name="Google Shape;2118;p48"/>
              <p:cNvSpPr/>
              <p:nvPr/>
            </p:nvSpPr>
            <p:spPr>
              <a:xfrm>
                <a:off x="373316" y="896112"/>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19" name="Google Shape;2119;p48"/>
              <p:cNvSpPr/>
              <p:nvPr/>
            </p:nvSpPr>
            <p:spPr>
              <a:xfrm>
                <a:off x="373316" y="710882"/>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grpSp>
          <p:nvGrpSpPr>
            <p:cNvPr id="2120" name="Google Shape;2120;p48"/>
            <p:cNvGrpSpPr/>
            <p:nvPr/>
          </p:nvGrpSpPr>
          <p:grpSpPr>
            <a:xfrm>
              <a:off x="288463" y="3729601"/>
              <a:ext cx="685212" cy="687570"/>
              <a:chOff x="288463" y="3729601"/>
              <a:chExt cx="685212" cy="687570"/>
            </a:xfrm>
          </p:grpSpPr>
          <p:sp>
            <p:nvSpPr>
              <p:cNvPr id="2121" name="Google Shape;2121;p48"/>
              <p:cNvSpPr/>
              <p:nvPr/>
            </p:nvSpPr>
            <p:spPr>
              <a:xfrm>
                <a:off x="288463" y="3729601"/>
                <a:ext cx="685212" cy="687570"/>
              </a:xfrm>
              <a:custGeom>
                <a:rect b="b" l="l" r="r" t="t"/>
                <a:pathLst>
                  <a:path extrusionOk="0" h="926020" w="922845">
                    <a:moveTo>
                      <a:pt x="204724" y="925894"/>
                    </a:moveTo>
                    <a:lnTo>
                      <a:pt x="204724" y="833438"/>
                    </a:lnTo>
                    <a:lnTo>
                      <a:pt x="102362" y="833438"/>
                    </a:lnTo>
                    <a:lnTo>
                      <a:pt x="102362" y="740982"/>
                    </a:lnTo>
                    <a:lnTo>
                      <a:pt x="0" y="740982"/>
                    </a:lnTo>
                    <a:lnTo>
                      <a:pt x="0" y="555371"/>
                    </a:lnTo>
                    <a:lnTo>
                      <a:pt x="102362" y="555371"/>
                    </a:lnTo>
                    <a:lnTo>
                      <a:pt x="102362" y="462915"/>
                    </a:lnTo>
                    <a:lnTo>
                      <a:pt x="307150" y="462915"/>
                    </a:lnTo>
                    <a:lnTo>
                      <a:pt x="307150" y="370459"/>
                    </a:lnTo>
                    <a:lnTo>
                      <a:pt x="718122" y="370459"/>
                    </a:lnTo>
                    <a:lnTo>
                      <a:pt x="718122" y="277368"/>
                    </a:lnTo>
                    <a:lnTo>
                      <a:pt x="615061" y="277368"/>
                    </a:lnTo>
                    <a:lnTo>
                      <a:pt x="615061" y="184912"/>
                    </a:lnTo>
                    <a:lnTo>
                      <a:pt x="307213" y="184912"/>
                    </a:lnTo>
                    <a:lnTo>
                      <a:pt x="307213" y="277368"/>
                    </a:lnTo>
                    <a:lnTo>
                      <a:pt x="63" y="277368"/>
                    </a:lnTo>
                    <a:lnTo>
                      <a:pt x="63" y="184912"/>
                    </a:lnTo>
                    <a:lnTo>
                      <a:pt x="102425" y="184912"/>
                    </a:lnTo>
                    <a:lnTo>
                      <a:pt x="102425" y="92456"/>
                    </a:lnTo>
                    <a:lnTo>
                      <a:pt x="204788" y="92456"/>
                    </a:lnTo>
                    <a:lnTo>
                      <a:pt x="204788" y="0"/>
                    </a:lnTo>
                    <a:lnTo>
                      <a:pt x="718122" y="0"/>
                    </a:lnTo>
                    <a:lnTo>
                      <a:pt x="718122" y="92456"/>
                    </a:lnTo>
                    <a:lnTo>
                      <a:pt x="820484" y="92456"/>
                    </a:lnTo>
                    <a:lnTo>
                      <a:pt x="820484" y="184912"/>
                    </a:lnTo>
                    <a:lnTo>
                      <a:pt x="922845" y="184912"/>
                    </a:lnTo>
                    <a:lnTo>
                      <a:pt x="922845" y="926021"/>
                    </a:lnTo>
                    <a:lnTo>
                      <a:pt x="718058" y="926021"/>
                    </a:lnTo>
                    <a:lnTo>
                      <a:pt x="718058" y="833565"/>
                    </a:lnTo>
                    <a:lnTo>
                      <a:pt x="614998" y="833565"/>
                    </a:lnTo>
                    <a:lnTo>
                      <a:pt x="614998" y="926021"/>
                    </a:lnTo>
                    <a:lnTo>
                      <a:pt x="204724" y="926021"/>
                    </a:lnTo>
                    <a:close/>
                    <a:moveTo>
                      <a:pt x="614998" y="740918"/>
                    </a:moveTo>
                    <a:lnTo>
                      <a:pt x="614998" y="648462"/>
                    </a:lnTo>
                    <a:lnTo>
                      <a:pt x="718058" y="648462"/>
                    </a:lnTo>
                    <a:lnTo>
                      <a:pt x="718058" y="462852"/>
                    </a:lnTo>
                    <a:lnTo>
                      <a:pt x="614998" y="462852"/>
                    </a:lnTo>
                    <a:lnTo>
                      <a:pt x="614998" y="555308"/>
                    </a:lnTo>
                    <a:lnTo>
                      <a:pt x="255968" y="555308"/>
                    </a:lnTo>
                    <a:lnTo>
                      <a:pt x="255968" y="740918"/>
                    </a:lnTo>
                    <a:lnTo>
                      <a:pt x="614998" y="740918"/>
                    </a:lnTo>
                    <a:close/>
                  </a:path>
                </a:pathLst>
              </a:custGeom>
              <a:solidFill>
                <a:schemeClr val="dk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chemeClr val="dk1"/>
                  </a:solidFill>
                </a:endParaRPr>
              </a:p>
            </p:txBody>
          </p:sp>
          <p:sp>
            <p:nvSpPr>
              <p:cNvPr id="2122" name="Google Shape;2122;p48"/>
              <p:cNvSpPr/>
              <p:nvPr/>
            </p:nvSpPr>
            <p:spPr>
              <a:xfrm>
                <a:off x="425385" y="4318234"/>
                <a:ext cx="250690" cy="98446"/>
              </a:xfrm>
              <a:custGeom>
                <a:rect b="b" l="l" r="r" t="t"/>
                <a:pathLst>
                  <a:path extrusionOk="0" h="132587" w="337629">
                    <a:moveTo>
                      <a:pt x="0" y="0"/>
                    </a:moveTo>
                    <a:lnTo>
                      <a:pt x="337630" y="0"/>
                    </a:lnTo>
                    <a:lnTo>
                      <a:pt x="337630" y="132588"/>
                    </a:lnTo>
                    <a:lnTo>
                      <a:pt x="0" y="132588"/>
                    </a:lnTo>
                    <a:close/>
                  </a:path>
                </a:pathLst>
              </a:custGeom>
              <a:solidFill>
                <a:schemeClr val="dk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23" name="Google Shape;2123;p48"/>
              <p:cNvSpPr/>
              <p:nvPr/>
            </p:nvSpPr>
            <p:spPr>
              <a:xfrm>
                <a:off x="722694" y="4043401"/>
                <a:ext cx="250690" cy="98446"/>
              </a:xfrm>
              <a:custGeom>
                <a:rect b="b" l="l" r="r" t="t"/>
                <a:pathLst>
                  <a:path extrusionOk="0" h="132587" w="337629">
                    <a:moveTo>
                      <a:pt x="0" y="0"/>
                    </a:moveTo>
                    <a:lnTo>
                      <a:pt x="337629" y="0"/>
                    </a:lnTo>
                    <a:lnTo>
                      <a:pt x="337629" y="132588"/>
                    </a:lnTo>
                    <a:lnTo>
                      <a:pt x="0" y="132588"/>
                    </a:lnTo>
                    <a:close/>
                  </a:path>
                </a:pathLst>
              </a:custGeom>
              <a:solidFill>
                <a:schemeClr val="dk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grpSp>
      <p:sp>
        <p:nvSpPr>
          <p:cNvPr id="2124" name="Google Shape;2124;p48"/>
          <p:cNvSpPr txBox="1"/>
          <p:nvPr>
            <p:ph idx="4" type="subTitle"/>
          </p:nvPr>
        </p:nvSpPr>
        <p:spPr>
          <a:xfrm>
            <a:off x="516425" y="2523900"/>
            <a:ext cx="5075700" cy="23397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None/>
            </a:pPr>
            <a:r>
              <a:rPr lang="en" sz="1400"/>
              <a:t>QRM is a demo‑ready, agentic library recommender for a school district. It combines deterministic recommendation logic (co‑borrowing similarity) with a tool‑augmented “agent” layer that can answer librarian questions, fetch reading history, place holds, and generate onboarding profiles—all while staying explainable and predictable.</a:t>
            </a:r>
            <a:endParaRPr sz="1400"/>
          </a:p>
          <a:p>
            <a:pPr indent="0" lvl="0" marL="0" rtl="0" algn="l">
              <a:spcBef>
                <a:spcPts val="0"/>
              </a:spcBef>
              <a:spcAft>
                <a:spcPts val="0"/>
              </a:spcAft>
              <a:buClr>
                <a:schemeClr val="dk1"/>
              </a:buClr>
              <a:buSzPts val="1100"/>
              <a:buNone/>
            </a:pPr>
            <a:r>
              <a:t/>
            </a:r>
            <a:endParaRPr sz="1400"/>
          </a:p>
          <a:p>
            <a:pPr indent="0" lvl="0" marL="0" rtl="0" algn="l">
              <a:spcBef>
                <a:spcPts val="0"/>
              </a:spcBef>
              <a:spcAft>
                <a:spcPts val="0"/>
              </a:spcAft>
              <a:buClr>
                <a:schemeClr val="dk1"/>
              </a:buClr>
              <a:buSzPts val="1100"/>
              <a:buNone/>
            </a:pPr>
            <a:r>
              <a:rPr lang="en" sz="1400"/>
              <a:t>The demo focuses on </a:t>
            </a:r>
            <a:r>
              <a:rPr i="1" lang="en" sz="1400"/>
              <a:t>trust, transparency, and usability</a:t>
            </a:r>
            <a:r>
              <a:rPr lang="en" sz="1400"/>
              <a:t>: recommendations have clear reasons, actions are logged, and the UI includes an observability trace.</a:t>
            </a:r>
            <a:endParaRPr sz="1300">
              <a:latin typeface="Lexend SemiBold"/>
              <a:ea typeface="Lexend SemiBold"/>
              <a:cs typeface="Lexend SemiBold"/>
              <a:sym typeface="Lexend SemiBold"/>
            </a:endParaRPr>
          </a:p>
        </p:txBody>
      </p:sp>
      <p:sp>
        <p:nvSpPr>
          <p:cNvPr id="2125" name="Google Shape;2125;p48"/>
          <p:cNvSpPr txBox="1"/>
          <p:nvPr>
            <p:ph type="title"/>
          </p:nvPr>
        </p:nvSpPr>
        <p:spPr>
          <a:xfrm>
            <a:off x="188988" y="406906"/>
            <a:ext cx="7340100" cy="849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Executive </a:t>
            </a:r>
            <a:r>
              <a:rPr lang="en">
                <a:solidFill>
                  <a:schemeClr val="lt1"/>
                </a:solidFill>
              </a:rPr>
              <a:t>Summary</a:t>
            </a:r>
            <a:endParaRPr>
              <a:solidFill>
                <a:schemeClr val="lt1"/>
              </a:solidFill>
            </a:endParaRPr>
          </a:p>
        </p:txBody>
      </p:sp>
      <p:sp>
        <p:nvSpPr>
          <p:cNvPr id="2126" name="Google Shape;2126;p48"/>
          <p:cNvSpPr txBox="1"/>
          <p:nvPr>
            <p:ph idx="1" type="body"/>
          </p:nvPr>
        </p:nvSpPr>
        <p:spPr>
          <a:xfrm>
            <a:off x="7509125" y="-39600"/>
            <a:ext cx="1524900" cy="431100"/>
          </a:xfrm>
          <a:prstGeom prst="rect">
            <a:avLst/>
          </a:prstGeom>
        </p:spPr>
        <p:txBody>
          <a:bodyPr anchorCtr="0" anchor="t" bIns="91425" lIns="91425" spcFirstLastPara="1" rIns="91425" wrap="square" tIns="91425">
            <a:spAutoFit/>
          </a:bodyPr>
          <a:lstStyle/>
          <a:p>
            <a:pPr indent="0" lvl="0" marL="0" rtl="0" algn="r">
              <a:spcBef>
                <a:spcPts val="0"/>
              </a:spcBef>
              <a:spcAft>
                <a:spcPts val="0"/>
              </a:spcAft>
              <a:buClr>
                <a:schemeClr val="dk1"/>
              </a:buClr>
              <a:buSzPts val="1100"/>
              <a:buNone/>
            </a:pPr>
            <a:r>
              <a:rPr lang="en"/>
              <a:t>DATE</a:t>
            </a:r>
            <a:endParaRPr/>
          </a:p>
          <a:p>
            <a:pPr indent="0" lvl="0" marL="0" rtl="0" algn="r">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0" name="Shape 2130"/>
        <p:cNvGrpSpPr/>
        <p:nvPr/>
      </p:nvGrpSpPr>
      <p:grpSpPr>
        <a:xfrm>
          <a:off x="0" y="0"/>
          <a:ext cx="0" cy="0"/>
          <a:chOff x="0" y="0"/>
          <a:chExt cx="0" cy="0"/>
        </a:xfrm>
      </p:grpSpPr>
      <p:sp>
        <p:nvSpPr>
          <p:cNvPr id="2131" name="Google Shape;2131;p49"/>
          <p:cNvSpPr/>
          <p:nvPr/>
        </p:nvSpPr>
        <p:spPr>
          <a:xfrm>
            <a:off x="5132750" y="1086025"/>
            <a:ext cx="3579600" cy="3782400"/>
          </a:xfrm>
          <a:prstGeom prst="roundRect">
            <a:avLst>
              <a:gd fmla="val 1969" name="adj"/>
            </a:avLst>
          </a:prstGeom>
          <a:solidFill>
            <a:schemeClr val="lt2"/>
          </a:solidFill>
          <a:ln>
            <a:noFill/>
          </a:ln>
          <a:effectLst>
            <a:outerShdw blurRad="57150" rotWithShape="0" algn="bl" dist="19050">
              <a:srgbClr val="000000">
                <a:alpha val="11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132" name="Google Shape;2132;p49"/>
          <p:cNvGrpSpPr/>
          <p:nvPr/>
        </p:nvGrpSpPr>
        <p:grpSpPr>
          <a:xfrm>
            <a:off x="5202896" y="1181683"/>
            <a:ext cx="277873" cy="68400"/>
            <a:chOff x="520925" y="1460325"/>
            <a:chExt cx="277873" cy="68400"/>
          </a:xfrm>
        </p:grpSpPr>
        <p:sp>
          <p:nvSpPr>
            <p:cNvPr id="2133" name="Google Shape;2133;p49"/>
            <p:cNvSpPr/>
            <p:nvPr/>
          </p:nvSpPr>
          <p:spPr>
            <a:xfrm>
              <a:off x="520925" y="1460325"/>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34" name="Google Shape;2134;p49"/>
            <p:cNvSpPr/>
            <p:nvPr/>
          </p:nvSpPr>
          <p:spPr>
            <a:xfrm>
              <a:off x="625661" y="1460325"/>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35" name="Google Shape;2135;p49"/>
            <p:cNvSpPr/>
            <p:nvPr/>
          </p:nvSpPr>
          <p:spPr>
            <a:xfrm>
              <a:off x="730398" y="1460325"/>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136" name="Google Shape;2136;p49"/>
          <p:cNvSpPr/>
          <p:nvPr/>
        </p:nvSpPr>
        <p:spPr>
          <a:xfrm>
            <a:off x="442080" y="1371604"/>
            <a:ext cx="3579600" cy="3521100"/>
          </a:xfrm>
          <a:prstGeom prst="roundRect">
            <a:avLst>
              <a:gd fmla="val 1969" name="adj"/>
            </a:avLst>
          </a:prstGeom>
          <a:solidFill>
            <a:schemeClr val="lt2"/>
          </a:solidFill>
          <a:ln>
            <a:noFill/>
          </a:ln>
          <a:effectLst>
            <a:outerShdw blurRad="57150" rotWithShape="0" algn="bl" dist="19050">
              <a:srgbClr val="000000">
                <a:alpha val="11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137" name="Google Shape;2137;p49"/>
          <p:cNvGrpSpPr/>
          <p:nvPr/>
        </p:nvGrpSpPr>
        <p:grpSpPr>
          <a:xfrm>
            <a:off x="512229" y="1467258"/>
            <a:ext cx="277873" cy="68400"/>
            <a:chOff x="520925" y="1460325"/>
            <a:chExt cx="277873" cy="68400"/>
          </a:xfrm>
        </p:grpSpPr>
        <p:sp>
          <p:nvSpPr>
            <p:cNvPr id="2138" name="Google Shape;2138;p49"/>
            <p:cNvSpPr/>
            <p:nvPr/>
          </p:nvSpPr>
          <p:spPr>
            <a:xfrm>
              <a:off x="520925" y="1460325"/>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39" name="Google Shape;2139;p49"/>
            <p:cNvSpPr/>
            <p:nvPr/>
          </p:nvSpPr>
          <p:spPr>
            <a:xfrm>
              <a:off x="625661" y="1460325"/>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40" name="Google Shape;2140;p49"/>
            <p:cNvSpPr/>
            <p:nvPr/>
          </p:nvSpPr>
          <p:spPr>
            <a:xfrm>
              <a:off x="730398" y="1460325"/>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141" name="Google Shape;2141;p49"/>
          <p:cNvSpPr/>
          <p:nvPr>
            <p:ph idx="2" type="pic"/>
          </p:nvPr>
        </p:nvSpPr>
        <p:spPr>
          <a:xfrm rot="10800000">
            <a:off x="442079" y="1631204"/>
            <a:ext cx="3579600" cy="3261600"/>
          </a:xfrm>
          <a:prstGeom prst="round2SameRect">
            <a:avLst>
              <a:gd fmla="val 1981" name="adj1"/>
              <a:gd fmla="val 0" name="adj2"/>
            </a:avLst>
          </a:prstGeom>
          <a:noFill/>
          <a:ln>
            <a:noFill/>
          </a:ln>
        </p:spPr>
      </p:sp>
      <p:sp>
        <p:nvSpPr>
          <p:cNvPr id="2142" name="Google Shape;2142;p49"/>
          <p:cNvSpPr txBox="1"/>
          <p:nvPr>
            <p:ph idx="2" type="body"/>
          </p:nvPr>
        </p:nvSpPr>
        <p:spPr>
          <a:xfrm>
            <a:off x="167325" y="-39600"/>
            <a:ext cx="1169700" cy="3078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b="1" lang="en"/>
              <a:t>Name </a:t>
            </a:r>
            <a:endParaRPr/>
          </a:p>
        </p:txBody>
      </p:sp>
      <p:sp>
        <p:nvSpPr>
          <p:cNvPr id="2143" name="Google Shape;2143;p49"/>
          <p:cNvSpPr txBox="1"/>
          <p:nvPr>
            <p:ph idx="3" type="body"/>
          </p:nvPr>
        </p:nvSpPr>
        <p:spPr>
          <a:xfrm>
            <a:off x="940775" y="-39600"/>
            <a:ext cx="3810300" cy="3078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Department    Course Number    Section    Time    Location</a:t>
            </a:r>
            <a:endParaRPr/>
          </a:p>
        </p:txBody>
      </p:sp>
      <p:sp>
        <p:nvSpPr>
          <p:cNvPr id="2144" name="Google Shape;2144;p49"/>
          <p:cNvSpPr txBox="1"/>
          <p:nvPr>
            <p:ph type="title"/>
          </p:nvPr>
        </p:nvSpPr>
        <p:spPr>
          <a:xfrm>
            <a:off x="442075" y="442925"/>
            <a:ext cx="6048900" cy="849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Demo</a:t>
            </a:r>
            <a:endParaRPr/>
          </a:p>
        </p:txBody>
      </p:sp>
      <p:pic>
        <p:nvPicPr>
          <p:cNvPr descr="Rear view of a class room with instructor at the front." id="2145" name="Google Shape;2145;p49"/>
          <p:cNvPicPr preferRelativeResize="0"/>
          <p:nvPr>
            <p:ph idx="3" type="pic"/>
          </p:nvPr>
        </p:nvPicPr>
        <p:blipFill rotWithShape="1">
          <a:blip r:embed="rId3">
            <a:alphaModFix/>
          </a:blip>
          <a:srcRect b="0" l="13422" r="13429" t="0"/>
          <a:stretch/>
        </p:blipFill>
        <p:spPr>
          <a:xfrm>
            <a:off x="442079" y="1631204"/>
            <a:ext cx="3579602" cy="3261599"/>
          </a:xfrm>
          <a:prstGeom prst="rect">
            <a:avLst/>
          </a:prstGeom>
          <a:noFill/>
          <a:ln>
            <a:noFill/>
          </a:ln>
        </p:spPr>
      </p:pic>
      <p:sp>
        <p:nvSpPr>
          <p:cNvPr id="2146" name="Google Shape;2146;p49"/>
          <p:cNvSpPr txBox="1"/>
          <p:nvPr>
            <p:ph idx="1" type="body"/>
          </p:nvPr>
        </p:nvSpPr>
        <p:spPr>
          <a:xfrm>
            <a:off x="7509125" y="-39600"/>
            <a:ext cx="1524900" cy="431100"/>
          </a:xfrm>
          <a:prstGeom prst="rect">
            <a:avLst/>
          </a:prstGeom>
        </p:spPr>
        <p:txBody>
          <a:bodyPr anchorCtr="0" anchor="t" bIns="91425" lIns="91425" spcFirstLastPara="1" rIns="91425" wrap="square" tIns="91425">
            <a:spAutoFit/>
          </a:bodyPr>
          <a:lstStyle/>
          <a:p>
            <a:pPr indent="0" lvl="0" marL="0" rtl="0" algn="r">
              <a:spcBef>
                <a:spcPts val="0"/>
              </a:spcBef>
              <a:spcAft>
                <a:spcPts val="0"/>
              </a:spcAft>
              <a:buClr>
                <a:schemeClr val="dk1"/>
              </a:buClr>
              <a:buSzPts val="1100"/>
              <a:buNone/>
            </a:pPr>
            <a:r>
              <a:rPr lang="en"/>
              <a:t>DATE</a:t>
            </a:r>
            <a:endParaRPr/>
          </a:p>
          <a:p>
            <a:pPr indent="0" lvl="0" marL="0" rtl="0" algn="r">
              <a:spcBef>
                <a:spcPts val="0"/>
              </a:spcBef>
              <a:spcAft>
                <a:spcPts val="0"/>
              </a:spcAft>
              <a:buNone/>
            </a:pPr>
            <a:r>
              <a:t/>
            </a:r>
            <a:endParaRPr/>
          </a:p>
        </p:txBody>
      </p:sp>
      <p:sp>
        <p:nvSpPr>
          <p:cNvPr id="2147" name="Google Shape;2147;p49"/>
          <p:cNvSpPr txBox="1"/>
          <p:nvPr/>
        </p:nvSpPr>
        <p:spPr>
          <a:xfrm>
            <a:off x="5142200" y="1250075"/>
            <a:ext cx="3560700" cy="3179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200"/>
              </a:spcBef>
              <a:spcAft>
                <a:spcPts val="0"/>
              </a:spcAft>
              <a:buClr>
                <a:schemeClr val="dk1"/>
              </a:buClr>
              <a:buSzPts val="1100"/>
              <a:buFont typeface="Arial"/>
              <a:buNone/>
            </a:pPr>
            <a:r>
              <a:rPr b="1" lang="en" sz="1300">
                <a:solidFill>
                  <a:schemeClr val="dk1"/>
                </a:solidFill>
              </a:rPr>
              <a:t>Core capabilities</a:t>
            </a:r>
            <a:endParaRPr b="1" sz="1300">
              <a:solidFill>
                <a:schemeClr val="dk1"/>
              </a:solidFill>
            </a:endParaRPr>
          </a:p>
          <a:p>
            <a:pPr indent="-311150" lvl="0" marL="457200" rtl="0" algn="l">
              <a:lnSpc>
                <a:spcPct val="115000"/>
              </a:lnSpc>
              <a:spcBef>
                <a:spcPts val="1200"/>
              </a:spcBef>
              <a:spcAft>
                <a:spcPts val="0"/>
              </a:spcAft>
              <a:buClr>
                <a:schemeClr val="dk1"/>
              </a:buClr>
              <a:buSzPts val="1300"/>
              <a:buChar char="●"/>
            </a:pPr>
            <a:r>
              <a:rPr lang="en" sz="1300">
                <a:solidFill>
                  <a:schemeClr val="dk1"/>
                </a:solidFill>
              </a:rPr>
              <a:t>Personalized recommendations using borrowing history</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 sz="1300">
                <a:solidFill>
                  <a:schemeClr val="dk1"/>
                </a:solidFill>
              </a:rPr>
              <a:t>Clear, human-readable explanations</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 sz="1300">
                <a:solidFill>
                  <a:schemeClr val="dk1"/>
                </a:solidFill>
              </a:rPr>
              <a:t>Agent-assisted librarian workflows:</a:t>
            </a:r>
            <a:endParaRPr sz="1300">
              <a:solidFill>
                <a:schemeClr val="dk1"/>
              </a:solidFill>
            </a:endParaRPr>
          </a:p>
          <a:p>
            <a:pPr indent="-311150" lvl="1" marL="914400" rtl="0" algn="l">
              <a:lnSpc>
                <a:spcPct val="115000"/>
              </a:lnSpc>
              <a:spcBef>
                <a:spcPts val="0"/>
              </a:spcBef>
              <a:spcAft>
                <a:spcPts val="0"/>
              </a:spcAft>
              <a:buClr>
                <a:schemeClr val="dk1"/>
              </a:buClr>
              <a:buSzPts val="1300"/>
              <a:buChar char="○"/>
            </a:pPr>
            <a:r>
              <a:rPr lang="en" sz="1300">
                <a:solidFill>
                  <a:schemeClr val="dk1"/>
                </a:solidFill>
              </a:rPr>
              <a:t>Availability checks</a:t>
            </a:r>
            <a:endParaRPr sz="1300">
              <a:solidFill>
                <a:schemeClr val="dk1"/>
              </a:solidFill>
            </a:endParaRPr>
          </a:p>
          <a:p>
            <a:pPr indent="-311150" lvl="1" marL="914400" rtl="0" algn="l">
              <a:lnSpc>
                <a:spcPct val="115000"/>
              </a:lnSpc>
              <a:spcBef>
                <a:spcPts val="0"/>
              </a:spcBef>
              <a:spcAft>
                <a:spcPts val="0"/>
              </a:spcAft>
              <a:buClr>
                <a:schemeClr val="dk1"/>
              </a:buClr>
              <a:buSzPts val="1300"/>
              <a:buChar char="○"/>
            </a:pPr>
            <a:r>
              <a:rPr lang="en" sz="1300">
                <a:solidFill>
                  <a:schemeClr val="dk1"/>
                </a:solidFill>
              </a:rPr>
              <a:t>Reading history summaries</a:t>
            </a:r>
            <a:endParaRPr sz="1300">
              <a:solidFill>
                <a:schemeClr val="dk1"/>
              </a:solidFill>
            </a:endParaRPr>
          </a:p>
          <a:p>
            <a:pPr indent="-311150" lvl="1" marL="914400" rtl="0" algn="l">
              <a:lnSpc>
                <a:spcPct val="115000"/>
              </a:lnSpc>
              <a:spcBef>
                <a:spcPts val="0"/>
              </a:spcBef>
              <a:spcAft>
                <a:spcPts val="0"/>
              </a:spcAft>
              <a:buClr>
                <a:schemeClr val="dk1"/>
              </a:buClr>
              <a:buSzPts val="1300"/>
              <a:buChar char="○"/>
            </a:pPr>
            <a:r>
              <a:rPr lang="en" sz="1300">
                <a:solidFill>
                  <a:schemeClr val="dk1"/>
                </a:solidFill>
              </a:rPr>
              <a:t>Onboarding profiles</a:t>
            </a:r>
            <a:endParaRPr sz="1300">
              <a:solidFill>
                <a:schemeClr val="dk1"/>
              </a:solidFill>
            </a:endParaRPr>
          </a:p>
          <a:p>
            <a:pPr indent="-311150" lvl="1" marL="914400" rtl="0" algn="l">
              <a:lnSpc>
                <a:spcPct val="115000"/>
              </a:lnSpc>
              <a:spcBef>
                <a:spcPts val="0"/>
              </a:spcBef>
              <a:spcAft>
                <a:spcPts val="0"/>
              </a:spcAft>
              <a:buClr>
                <a:schemeClr val="dk1"/>
              </a:buClr>
              <a:buSzPts val="1300"/>
              <a:buChar char="○"/>
            </a:pPr>
            <a:r>
              <a:rPr lang="en" sz="1300">
                <a:solidFill>
                  <a:schemeClr val="dk1"/>
                </a:solidFill>
              </a:rPr>
              <a:t>Hold placement</a:t>
            </a:r>
            <a:endParaRPr sz="1300">
              <a:solidFill>
                <a:schemeClr val="dk1"/>
              </a:solidFill>
            </a:endParaRPr>
          </a:p>
          <a:p>
            <a:pPr indent="-311150" lvl="1" marL="914400" rtl="0" algn="l">
              <a:lnSpc>
                <a:spcPct val="115000"/>
              </a:lnSpc>
              <a:spcBef>
                <a:spcPts val="0"/>
              </a:spcBef>
              <a:spcAft>
                <a:spcPts val="0"/>
              </a:spcAft>
              <a:buClr>
                <a:schemeClr val="dk1"/>
              </a:buClr>
              <a:buSzPts val="1300"/>
              <a:buChar char="○"/>
            </a:pPr>
            <a:r>
              <a:rPr lang="en" sz="1300">
                <a:solidFill>
                  <a:schemeClr val="dk1"/>
                </a:solidFill>
              </a:rPr>
              <a:t>Feedback capture</a:t>
            </a:r>
            <a:endParaRPr sz="1300">
              <a:solidFill>
                <a:schemeClr val="dk1"/>
              </a:solidFill>
            </a:endParaRPr>
          </a:p>
          <a:p>
            <a:pPr indent="-311150" lvl="1" marL="914400" rtl="0" algn="l">
              <a:lnSpc>
                <a:spcPct val="115000"/>
              </a:lnSpc>
              <a:spcBef>
                <a:spcPts val="0"/>
              </a:spcBef>
              <a:spcAft>
                <a:spcPts val="0"/>
              </a:spcAft>
              <a:buClr>
                <a:schemeClr val="dk1"/>
              </a:buClr>
              <a:buSzPts val="1300"/>
              <a:buChar char="○"/>
            </a:pPr>
            <a:r>
              <a:rPr lang="en" sz="1300">
                <a:solidFill>
                  <a:schemeClr val="dk1"/>
                </a:solidFill>
              </a:rPr>
              <a:t>Collection gap analysis</a:t>
            </a:r>
            <a:endParaRPr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300">
                <a:solidFill>
                  <a:schemeClr val="dk1"/>
                </a:solidFill>
              </a:rPr>
              <a:t>Design principle</a:t>
            </a:r>
            <a:endParaRPr b="1" sz="1300">
              <a:solidFill>
                <a:schemeClr val="dk1"/>
              </a:solidFill>
            </a:endParaRPr>
          </a:p>
          <a:p>
            <a:pPr indent="0" lvl="0" marL="381000" marR="381000" rtl="0" algn="l">
              <a:lnSpc>
                <a:spcPct val="115000"/>
              </a:lnSpc>
              <a:spcBef>
                <a:spcPts val="0"/>
              </a:spcBef>
              <a:spcAft>
                <a:spcPts val="0"/>
              </a:spcAft>
              <a:buClr>
                <a:schemeClr val="dk1"/>
              </a:buClr>
              <a:buSzPts val="1100"/>
              <a:buFont typeface="Arial"/>
              <a:buNone/>
            </a:pPr>
            <a:r>
              <a:rPr lang="en" sz="1300">
                <a:solidFill>
                  <a:schemeClr val="dk1"/>
                </a:solidFill>
              </a:rPr>
              <a:t>AI assists decisions — it does not obscure them</a:t>
            </a:r>
            <a:endParaRPr sz="1300">
              <a:solidFill>
                <a:schemeClr val="dk1"/>
              </a:solidFill>
            </a:endParaRPr>
          </a:p>
          <a:p>
            <a:pPr indent="0" lvl="0" marL="0" rtl="0" algn="l">
              <a:spcBef>
                <a:spcPts val="0"/>
              </a:spcBef>
              <a:spcAft>
                <a:spcPts val="0"/>
              </a:spcAft>
              <a:buNone/>
            </a:pPr>
            <a:r>
              <a:t/>
            </a:r>
            <a:endParaRPr sz="800">
              <a:solidFill>
                <a:schemeClr val="dk1"/>
              </a:solidFill>
              <a:latin typeface="Lexend Light"/>
              <a:ea typeface="Lexend Light"/>
              <a:cs typeface="Lexend Light"/>
              <a:sym typeface="Lexend Ligh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1" name="Shape 2151"/>
        <p:cNvGrpSpPr/>
        <p:nvPr/>
      </p:nvGrpSpPr>
      <p:grpSpPr>
        <a:xfrm>
          <a:off x="0" y="0"/>
          <a:ext cx="0" cy="0"/>
          <a:chOff x="0" y="0"/>
          <a:chExt cx="0" cy="0"/>
        </a:xfrm>
      </p:grpSpPr>
      <p:sp>
        <p:nvSpPr>
          <p:cNvPr id="2152" name="Google Shape;2152;p50"/>
          <p:cNvSpPr/>
          <p:nvPr/>
        </p:nvSpPr>
        <p:spPr>
          <a:xfrm>
            <a:off x="364825" y="2315525"/>
            <a:ext cx="4060500" cy="2458200"/>
          </a:xfrm>
          <a:prstGeom prst="roundRect">
            <a:avLst>
              <a:gd fmla="val 4803" name="adj"/>
            </a:avLst>
          </a:prstGeom>
          <a:solidFill>
            <a:schemeClr val="lt2"/>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53" name="Google Shape;2153;p50"/>
          <p:cNvSpPr/>
          <p:nvPr/>
        </p:nvSpPr>
        <p:spPr>
          <a:xfrm>
            <a:off x="4828700" y="2315515"/>
            <a:ext cx="3873000" cy="2458200"/>
          </a:xfrm>
          <a:prstGeom prst="roundRect">
            <a:avLst>
              <a:gd fmla="val 4803" name="adj"/>
            </a:avLst>
          </a:prstGeom>
          <a:solidFill>
            <a:schemeClr val="lt2"/>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154" name="Google Shape;2154;p50"/>
          <p:cNvGrpSpPr/>
          <p:nvPr/>
        </p:nvGrpSpPr>
        <p:grpSpPr>
          <a:xfrm>
            <a:off x="4922013" y="2416840"/>
            <a:ext cx="277873" cy="68400"/>
            <a:chOff x="5024113" y="2416840"/>
            <a:chExt cx="277873" cy="68400"/>
          </a:xfrm>
        </p:grpSpPr>
        <p:sp>
          <p:nvSpPr>
            <p:cNvPr id="2155" name="Google Shape;2155;p50"/>
            <p:cNvSpPr/>
            <p:nvPr/>
          </p:nvSpPr>
          <p:spPr>
            <a:xfrm>
              <a:off x="5024113" y="2416840"/>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56" name="Google Shape;2156;p50"/>
            <p:cNvSpPr/>
            <p:nvPr/>
          </p:nvSpPr>
          <p:spPr>
            <a:xfrm>
              <a:off x="5128849" y="2416840"/>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57" name="Google Shape;2157;p50"/>
            <p:cNvSpPr/>
            <p:nvPr/>
          </p:nvSpPr>
          <p:spPr>
            <a:xfrm>
              <a:off x="5233585" y="2416840"/>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2158" name="Google Shape;2158;p50"/>
          <p:cNvGrpSpPr/>
          <p:nvPr/>
        </p:nvGrpSpPr>
        <p:grpSpPr>
          <a:xfrm>
            <a:off x="422950" y="2416840"/>
            <a:ext cx="277873" cy="68400"/>
            <a:chOff x="411700" y="2416840"/>
            <a:chExt cx="277873" cy="68400"/>
          </a:xfrm>
        </p:grpSpPr>
        <p:sp>
          <p:nvSpPr>
            <p:cNvPr id="2159" name="Google Shape;2159;p50"/>
            <p:cNvSpPr/>
            <p:nvPr/>
          </p:nvSpPr>
          <p:spPr>
            <a:xfrm>
              <a:off x="411700" y="2416840"/>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60" name="Google Shape;2160;p50"/>
            <p:cNvSpPr/>
            <p:nvPr/>
          </p:nvSpPr>
          <p:spPr>
            <a:xfrm>
              <a:off x="516436" y="2416840"/>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61" name="Google Shape;2161;p50"/>
            <p:cNvSpPr/>
            <p:nvPr/>
          </p:nvSpPr>
          <p:spPr>
            <a:xfrm>
              <a:off x="621173" y="2416840"/>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162" name="Google Shape;2162;p50"/>
          <p:cNvSpPr txBox="1"/>
          <p:nvPr>
            <p:ph idx="4" type="subTitle"/>
          </p:nvPr>
        </p:nvSpPr>
        <p:spPr>
          <a:xfrm>
            <a:off x="354925" y="2548200"/>
            <a:ext cx="4060500" cy="2364300"/>
          </a:xfrm>
          <a:prstGeom prst="rect">
            <a:avLst/>
          </a:prstGeom>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latin typeface="Arial"/>
                <a:ea typeface="Arial"/>
                <a:cs typeface="Arial"/>
                <a:sym typeface="Arial"/>
              </a:rPr>
              <a:t>Technology stack</a:t>
            </a:r>
            <a:endParaRPr b="1" sz="1300">
              <a:latin typeface="Arial"/>
              <a:ea typeface="Arial"/>
              <a:cs typeface="Arial"/>
              <a:sym typeface="Arial"/>
            </a:endParaRPr>
          </a:p>
          <a:p>
            <a:pPr indent="-311150" lvl="0" marL="457200" rtl="0" algn="l">
              <a:lnSpc>
                <a:spcPct val="115000"/>
              </a:lnSpc>
              <a:spcBef>
                <a:spcPts val="0"/>
              </a:spcBef>
              <a:spcAft>
                <a:spcPts val="0"/>
              </a:spcAft>
              <a:buSzPts val="1300"/>
              <a:buFont typeface="Arial"/>
              <a:buChar char="●"/>
            </a:pPr>
            <a:r>
              <a:rPr lang="en" sz="1300">
                <a:latin typeface="Arial"/>
                <a:ea typeface="Arial"/>
                <a:cs typeface="Arial"/>
                <a:sym typeface="Arial"/>
              </a:rPr>
              <a:t>Frontend: Static React-style UI</a:t>
            </a:r>
            <a:endParaRPr sz="1300">
              <a:latin typeface="Arial"/>
              <a:ea typeface="Arial"/>
              <a:cs typeface="Arial"/>
              <a:sym typeface="Arial"/>
            </a:endParaRPr>
          </a:p>
          <a:p>
            <a:pPr indent="-311150" lvl="0" marL="457200" rtl="0" algn="l">
              <a:lnSpc>
                <a:spcPct val="115000"/>
              </a:lnSpc>
              <a:spcBef>
                <a:spcPts val="0"/>
              </a:spcBef>
              <a:spcAft>
                <a:spcPts val="0"/>
              </a:spcAft>
              <a:buSzPts val="1300"/>
              <a:buFont typeface="Arial"/>
              <a:buChar char="●"/>
            </a:pPr>
            <a:r>
              <a:rPr lang="en" sz="1300">
                <a:latin typeface="Arial"/>
                <a:ea typeface="Arial"/>
                <a:cs typeface="Arial"/>
                <a:sym typeface="Arial"/>
              </a:rPr>
              <a:t>Backend: FastAPI (Python)</a:t>
            </a:r>
            <a:endParaRPr sz="1300">
              <a:latin typeface="Arial"/>
              <a:ea typeface="Arial"/>
              <a:cs typeface="Arial"/>
              <a:sym typeface="Arial"/>
            </a:endParaRPr>
          </a:p>
          <a:p>
            <a:pPr indent="-311150" lvl="0" marL="457200" rtl="0" algn="l">
              <a:lnSpc>
                <a:spcPct val="115000"/>
              </a:lnSpc>
              <a:spcBef>
                <a:spcPts val="0"/>
              </a:spcBef>
              <a:spcAft>
                <a:spcPts val="0"/>
              </a:spcAft>
              <a:buSzPts val="1300"/>
              <a:buFont typeface="Arial"/>
              <a:buChar char="●"/>
            </a:pPr>
            <a:r>
              <a:rPr lang="en" sz="1300">
                <a:latin typeface="Arial"/>
                <a:ea typeface="Arial"/>
                <a:cs typeface="Arial"/>
                <a:sym typeface="Arial"/>
              </a:rPr>
              <a:t>Data: CSV catalog, students, loans</a:t>
            </a:r>
            <a:endParaRPr sz="1300">
              <a:latin typeface="Arial"/>
              <a:ea typeface="Arial"/>
              <a:cs typeface="Arial"/>
              <a:sym typeface="Arial"/>
            </a:endParaRPr>
          </a:p>
          <a:p>
            <a:pPr indent="-311150" lvl="0" marL="457200" rtl="0" algn="l">
              <a:lnSpc>
                <a:spcPct val="115000"/>
              </a:lnSpc>
              <a:spcBef>
                <a:spcPts val="0"/>
              </a:spcBef>
              <a:spcAft>
                <a:spcPts val="0"/>
              </a:spcAft>
              <a:buSzPts val="1300"/>
              <a:buFont typeface="Arial"/>
              <a:buChar char="●"/>
            </a:pPr>
            <a:r>
              <a:rPr lang="en" sz="1300">
                <a:latin typeface="Arial"/>
                <a:ea typeface="Arial"/>
                <a:cs typeface="Arial"/>
                <a:sym typeface="Arial"/>
              </a:rPr>
              <a:t>State: JSON-based agent state, chat memory</a:t>
            </a:r>
            <a:endParaRPr sz="1300">
              <a:latin typeface="Arial"/>
              <a:ea typeface="Arial"/>
              <a:cs typeface="Arial"/>
              <a:sym typeface="Arial"/>
            </a:endParaRPr>
          </a:p>
          <a:p>
            <a:pPr indent="-311150" lvl="0" marL="457200" rtl="0" algn="l">
              <a:lnSpc>
                <a:spcPct val="115000"/>
              </a:lnSpc>
              <a:spcBef>
                <a:spcPts val="0"/>
              </a:spcBef>
              <a:spcAft>
                <a:spcPts val="0"/>
              </a:spcAft>
              <a:buSzPts val="1300"/>
              <a:buFont typeface="Arial"/>
              <a:buChar char="●"/>
            </a:pPr>
            <a:r>
              <a:rPr lang="en" sz="1300">
                <a:latin typeface="Arial"/>
                <a:ea typeface="Arial"/>
                <a:cs typeface="Arial"/>
                <a:sym typeface="Arial"/>
              </a:rPr>
              <a:t>AI: Deterministic recommender + optional LLM</a:t>
            </a:r>
            <a:endParaRPr sz="1300">
              <a:latin typeface="Arial"/>
              <a:ea typeface="Arial"/>
              <a:cs typeface="Arial"/>
              <a:sym typeface="Arial"/>
            </a:endParaRPr>
          </a:p>
          <a:p>
            <a:pPr indent="0" lvl="0" marL="0" rtl="0" algn="l">
              <a:lnSpc>
                <a:spcPct val="115000"/>
              </a:lnSpc>
              <a:spcBef>
                <a:spcPts val="1200"/>
              </a:spcBef>
              <a:spcAft>
                <a:spcPts val="0"/>
              </a:spcAft>
              <a:buNone/>
            </a:pPr>
            <a:r>
              <a:rPr b="1" lang="en" sz="1300">
                <a:latin typeface="Arial"/>
                <a:ea typeface="Arial"/>
                <a:cs typeface="Arial"/>
                <a:sym typeface="Arial"/>
              </a:rPr>
              <a:t>Key point</a:t>
            </a:r>
            <a:endParaRPr b="1" sz="1300">
              <a:latin typeface="Arial"/>
              <a:ea typeface="Arial"/>
              <a:cs typeface="Arial"/>
              <a:sym typeface="Arial"/>
            </a:endParaRPr>
          </a:p>
          <a:p>
            <a:pPr indent="-311150" lvl="0" marL="457200" rtl="0" algn="l">
              <a:lnSpc>
                <a:spcPct val="115000"/>
              </a:lnSpc>
              <a:spcBef>
                <a:spcPts val="0"/>
              </a:spcBef>
              <a:spcAft>
                <a:spcPts val="0"/>
              </a:spcAft>
              <a:buSzPts val="1300"/>
              <a:buFont typeface="Arial"/>
              <a:buChar char="●"/>
            </a:pPr>
            <a:r>
              <a:rPr lang="en" sz="1300">
                <a:latin typeface="Arial"/>
                <a:ea typeface="Arial"/>
                <a:cs typeface="Arial"/>
                <a:sym typeface="Arial"/>
              </a:rPr>
              <a:t>Lightweight, portable, reproducible</a:t>
            </a:r>
            <a:endParaRPr sz="1300">
              <a:latin typeface="Arial"/>
              <a:ea typeface="Arial"/>
              <a:cs typeface="Arial"/>
              <a:sym typeface="Arial"/>
            </a:endParaRPr>
          </a:p>
          <a:p>
            <a:pPr indent="0" lvl="0" marL="457200" rtl="0" algn="l">
              <a:lnSpc>
                <a:spcPct val="100000"/>
              </a:lnSpc>
              <a:spcBef>
                <a:spcPts val="0"/>
              </a:spcBef>
              <a:spcAft>
                <a:spcPts val="0"/>
              </a:spcAft>
              <a:buNone/>
            </a:pPr>
            <a:r>
              <a:t/>
            </a:r>
            <a:endParaRPr/>
          </a:p>
        </p:txBody>
      </p:sp>
      <p:sp>
        <p:nvSpPr>
          <p:cNvPr id="2163" name="Google Shape;2163;p50"/>
          <p:cNvSpPr txBox="1"/>
          <p:nvPr>
            <p:ph idx="5" type="subTitle"/>
          </p:nvPr>
        </p:nvSpPr>
        <p:spPr>
          <a:xfrm>
            <a:off x="4814400" y="2548200"/>
            <a:ext cx="3891900" cy="1520100"/>
          </a:xfrm>
          <a:prstGeom prst="rect">
            <a:avLst/>
          </a:prstGeom>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b="1" lang="en" sz="1300">
                <a:latin typeface="Arial"/>
                <a:ea typeface="Arial"/>
                <a:cs typeface="Arial"/>
                <a:sym typeface="Arial"/>
              </a:rPr>
              <a:t>High-level flow</a:t>
            </a:r>
            <a:endParaRPr b="1" sz="1300">
              <a:latin typeface="Arial"/>
              <a:ea typeface="Arial"/>
              <a:cs typeface="Arial"/>
              <a:sym typeface="Arial"/>
            </a:endParaRPr>
          </a:p>
          <a:p>
            <a:pPr indent="-311150" lvl="0" marL="457200" rtl="0" algn="l">
              <a:lnSpc>
                <a:spcPct val="115000"/>
              </a:lnSpc>
              <a:spcBef>
                <a:spcPts val="0"/>
              </a:spcBef>
              <a:spcAft>
                <a:spcPts val="0"/>
              </a:spcAft>
              <a:buSzPts val="1300"/>
              <a:buFont typeface="Arial"/>
              <a:buChar char="●"/>
            </a:pPr>
            <a:r>
              <a:rPr lang="en" sz="1300">
                <a:latin typeface="Arial"/>
                <a:ea typeface="Arial"/>
                <a:cs typeface="Arial"/>
                <a:sym typeface="Arial"/>
              </a:rPr>
              <a:t>UI → FastAPI → Agent Engine</a:t>
            </a:r>
            <a:endParaRPr sz="1300">
              <a:latin typeface="Arial"/>
              <a:ea typeface="Arial"/>
              <a:cs typeface="Arial"/>
              <a:sym typeface="Arial"/>
            </a:endParaRPr>
          </a:p>
          <a:p>
            <a:pPr indent="-311150" lvl="0" marL="457200" rtl="0" algn="l">
              <a:lnSpc>
                <a:spcPct val="115000"/>
              </a:lnSpc>
              <a:spcBef>
                <a:spcPts val="0"/>
              </a:spcBef>
              <a:spcAft>
                <a:spcPts val="0"/>
              </a:spcAft>
              <a:buSzPts val="1300"/>
              <a:buFont typeface="Arial"/>
              <a:buChar char="●"/>
            </a:pPr>
            <a:r>
              <a:rPr lang="en" sz="1300">
                <a:latin typeface="Arial"/>
                <a:ea typeface="Arial"/>
                <a:cs typeface="Arial"/>
                <a:sym typeface="Arial"/>
              </a:rPr>
              <a:t>Agent Engine → Tools + Recommender</a:t>
            </a:r>
            <a:endParaRPr sz="1300">
              <a:latin typeface="Arial"/>
              <a:ea typeface="Arial"/>
              <a:cs typeface="Arial"/>
              <a:sym typeface="Arial"/>
            </a:endParaRPr>
          </a:p>
          <a:p>
            <a:pPr indent="-311150" lvl="0" marL="457200" rtl="0" algn="l">
              <a:lnSpc>
                <a:spcPct val="115000"/>
              </a:lnSpc>
              <a:spcBef>
                <a:spcPts val="0"/>
              </a:spcBef>
              <a:spcAft>
                <a:spcPts val="0"/>
              </a:spcAft>
              <a:buSzPts val="1300"/>
              <a:buFont typeface="Arial"/>
              <a:buChar char="●"/>
            </a:pPr>
            <a:r>
              <a:rPr lang="en" sz="1300">
                <a:latin typeface="Arial"/>
                <a:ea typeface="Arial"/>
                <a:cs typeface="Arial"/>
                <a:sym typeface="Arial"/>
              </a:rPr>
              <a:t>Optional LLM for language refinement</a:t>
            </a:r>
            <a:endParaRPr sz="1300">
              <a:latin typeface="Arial"/>
              <a:ea typeface="Arial"/>
              <a:cs typeface="Arial"/>
              <a:sym typeface="Arial"/>
            </a:endParaRPr>
          </a:p>
          <a:p>
            <a:pPr indent="-311150" lvl="0" marL="457200" rtl="0" algn="l">
              <a:lnSpc>
                <a:spcPct val="115000"/>
              </a:lnSpc>
              <a:spcBef>
                <a:spcPts val="0"/>
              </a:spcBef>
              <a:spcAft>
                <a:spcPts val="0"/>
              </a:spcAft>
              <a:buSzPts val="1300"/>
              <a:buFont typeface="Arial"/>
              <a:buChar char="●"/>
            </a:pPr>
            <a:r>
              <a:rPr lang="en" sz="1300">
                <a:latin typeface="Arial"/>
                <a:ea typeface="Arial"/>
                <a:cs typeface="Arial"/>
                <a:sym typeface="Arial"/>
              </a:rPr>
              <a:t>State + observability recorded for every run</a:t>
            </a:r>
            <a:endParaRPr sz="1300">
              <a:latin typeface="Arial"/>
              <a:ea typeface="Arial"/>
              <a:cs typeface="Arial"/>
              <a:sym typeface="Arial"/>
            </a:endParaRPr>
          </a:p>
          <a:p>
            <a:pPr indent="0" lvl="0" marL="457200" rtl="0" algn="l">
              <a:lnSpc>
                <a:spcPct val="100000"/>
              </a:lnSpc>
              <a:spcBef>
                <a:spcPts val="0"/>
              </a:spcBef>
              <a:spcAft>
                <a:spcPts val="0"/>
              </a:spcAft>
              <a:buNone/>
            </a:pPr>
            <a:r>
              <a:rPr lang="en"/>
              <a:t>.</a:t>
            </a:r>
            <a:endParaRPr/>
          </a:p>
        </p:txBody>
      </p:sp>
      <p:sp>
        <p:nvSpPr>
          <p:cNvPr id="2164" name="Google Shape;2164;p50"/>
          <p:cNvSpPr txBox="1"/>
          <p:nvPr>
            <p:ph type="title"/>
          </p:nvPr>
        </p:nvSpPr>
        <p:spPr>
          <a:xfrm>
            <a:off x="209775" y="468575"/>
            <a:ext cx="7556400" cy="849600"/>
          </a:xfrm>
          <a:prstGeom prst="rect">
            <a:avLst/>
          </a:prstGeom>
        </p:spPr>
        <p:txBody>
          <a:bodyPr anchorCtr="0" anchor="t" bIns="91425" lIns="91425" spcFirstLastPara="1" rIns="91425" wrap="square" tIns="91425">
            <a:spAutoFit/>
          </a:bodyPr>
          <a:lstStyle/>
          <a:p>
            <a:pPr indent="0" lvl="0" marL="0" rtl="0" algn="l">
              <a:lnSpc>
                <a:spcPct val="90000"/>
              </a:lnSpc>
              <a:spcBef>
                <a:spcPts val="0"/>
              </a:spcBef>
              <a:spcAft>
                <a:spcPts val="0"/>
              </a:spcAft>
              <a:buClr>
                <a:schemeClr val="dk1"/>
              </a:buClr>
              <a:buSzPts val="1100"/>
              <a:buFont typeface="Arial"/>
              <a:buNone/>
            </a:pPr>
            <a:r>
              <a:rPr lang="en"/>
              <a:t>System Overview</a:t>
            </a:r>
            <a:endParaRPr/>
          </a:p>
        </p:txBody>
      </p:sp>
      <p:sp>
        <p:nvSpPr>
          <p:cNvPr id="2165" name="Google Shape;2165;p50"/>
          <p:cNvSpPr txBox="1"/>
          <p:nvPr>
            <p:ph idx="2" type="body"/>
          </p:nvPr>
        </p:nvSpPr>
        <p:spPr>
          <a:xfrm>
            <a:off x="167325" y="-39600"/>
            <a:ext cx="1169700" cy="431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None/>
            </a:pPr>
            <a:r>
              <a:rPr b="1" lang="en"/>
              <a:t>Name </a:t>
            </a:r>
            <a:endParaRPr/>
          </a:p>
          <a:p>
            <a:pPr indent="0" lvl="0" marL="0" rtl="0" algn="l">
              <a:spcBef>
                <a:spcPts val="0"/>
              </a:spcBef>
              <a:spcAft>
                <a:spcPts val="0"/>
              </a:spcAft>
              <a:buNone/>
            </a:pPr>
            <a:r>
              <a:t/>
            </a:r>
            <a:endParaRPr/>
          </a:p>
        </p:txBody>
      </p:sp>
      <p:sp>
        <p:nvSpPr>
          <p:cNvPr id="2166" name="Google Shape;2166;p50"/>
          <p:cNvSpPr txBox="1"/>
          <p:nvPr>
            <p:ph idx="3" type="body"/>
          </p:nvPr>
        </p:nvSpPr>
        <p:spPr>
          <a:xfrm>
            <a:off x="940775" y="-39600"/>
            <a:ext cx="3810300" cy="431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a:t>Department    Course Number    Section    Time    Location</a:t>
            </a:r>
            <a:endParaRPr/>
          </a:p>
          <a:p>
            <a:pPr indent="0" lvl="0" marL="0" rtl="0" algn="l">
              <a:spcBef>
                <a:spcPts val="0"/>
              </a:spcBef>
              <a:spcAft>
                <a:spcPts val="0"/>
              </a:spcAft>
              <a:buNone/>
            </a:pPr>
            <a:r>
              <a:t/>
            </a:r>
            <a:endParaRPr/>
          </a:p>
        </p:txBody>
      </p:sp>
      <p:sp>
        <p:nvSpPr>
          <p:cNvPr id="2167" name="Google Shape;2167;p50"/>
          <p:cNvSpPr/>
          <p:nvPr/>
        </p:nvSpPr>
        <p:spPr>
          <a:xfrm>
            <a:off x="364825" y="1543902"/>
            <a:ext cx="1953600" cy="630300"/>
          </a:xfrm>
          <a:prstGeom prst="roundRect">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Lexend"/>
                <a:ea typeface="Lexend"/>
                <a:cs typeface="Lexend"/>
                <a:sym typeface="Lexend"/>
              </a:rPr>
              <a:t>Tech</a:t>
            </a:r>
            <a:endParaRPr sz="2400">
              <a:solidFill>
                <a:schemeClr val="dk1"/>
              </a:solidFill>
              <a:latin typeface="Lexend"/>
              <a:ea typeface="Lexend"/>
              <a:cs typeface="Lexend"/>
              <a:sym typeface="Lexend"/>
            </a:endParaRPr>
          </a:p>
        </p:txBody>
      </p:sp>
      <p:sp>
        <p:nvSpPr>
          <p:cNvPr id="2168" name="Google Shape;2168;p50"/>
          <p:cNvSpPr/>
          <p:nvPr/>
        </p:nvSpPr>
        <p:spPr>
          <a:xfrm>
            <a:off x="4828703" y="1541150"/>
            <a:ext cx="1953600" cy="630300"/>
          </a:xfrm>
          <a:prstGeom prst="roundRect">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Lexend"/>
                <a:ea typeface="Lexend"/>
                <a:cs typeface="Lexend"/>
                <a:sym typeface="Lexend"/>
              </a:rPr>
              <a:t>Flow</a:t>
            </a:r>
            <a:endParaRPr sz="2400">
              <a:solidFill>
                <a:schemeClr val="dk1"/>
              </a:solidFill>
              <a:latin typeface="Lexend"/>
              <a:ea typeface="Lexend"/>
              <a:cs typeface="Lexend"/>
              <a:sym typeface="Lexend"/>
            </a:endParaRPr>
          </a:p>
        </p:txBody>
      </p:sp>
      <p:sp>
        <p:nvSpPr>
          <p:cNvPr id="2169" name="Google Shape;2169;p50"/>
          <p:cNvSpPr txBox="1"/>
          <p:nvPr>
            <p:ph idx="1" type="body"/>
          </p:nvPr>
        </p:nvSpPr>
        <p:spPr>
          <a:xfrm>
            <a:off x="7509125" y="-39600"/>
            <a:ext cx="1524900" cy="431100"/>
          </a:xfrm>
          <a:prstGeom prst="rect">
            <a:avLst/>
          </a:prstGeom>
        </p:spPr>
        <p:txBody>
          <a:bodyPr anchorCtr="0" anchor="t" bIns="91425" lIns="91425" spcFirstLastPara="1" rIns="91425" wrap="square" tIns="91425">
            <a:spAutoFit/>
          </a:bodyPr>
          <a:lstStyle/>
          <a:p>
            <a:pPr indent="0" lvl="0" marL="0" rtl="0" algn="r">
              <a:spcBef>
                <a:spcPts val="0"/>
              </a:spcBef>
              <a:spcAft>
                <a:spcPts val="0"/>
              </a:spcAft>
              <a:buClr>
                <a:schemeClr val="dk1"/>
              </a:buClr>
              <a:buSzPts val="1100"/>
              <a:buNone/>
            </a:pPr>
            <a:r>
              <a:rPr lang="en"/>
              <a:t>DATE</a:t>
            </a:r>
            <a:endParaRPr/>
          </a:p>
          <a:p>
            <a:pPr indent="0" lvl="0" marL="0" rtl="0" algn="r">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3" name="Shape 2173"/>
        <p:cNvGrpSpPr/>
        <p:nvPr/>
      </p:nvGrpSpPr>
      <p:grpSpPr>
        <a:xfrm>
          <a:off x="0" y="0"/>
          <a:ext cx="0" cy="0"/>
          <a:chOff x="0" y="0"/>
          <a:chExt cx="0" cy="0"/>
        </a:xfrm>
      </p:grpSpPr>
      <p:sp>
        <p:nvSpPr>
          <p:cNvPr id="2174" name="Google Shape;2174;p51"/>
          <p:cNvSpPr/>
          <p:nvPr/>
        </p:nvSpPr>
        <p:spPr>
          <a:xfrm>
            <a:off x="418950" y="1256500"/>
            <a:ext cx="8284500" cy="3772800"/>
          </a:xfrm>
          <a:prstGeom prst="roundRect">
            <a:avLst>
              <a:gd fmla="val 4803" name="adj"/>
            </a:avLst>
          </a:prstGeom>
          <a:solidFill>
            <a:schemeClr val="lt2"/>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175" name="Google Shape;2175;p51"/>
          <p:cNvGrpSpPr/>
          <p:nvPr/>
        </p:nvGrpSpPr>
        <p:grpSpPr>
          <a:xfrm>
            <a:off x="477075" y="1357815"/>
            <a:ext cx="277873" cy="68400"/>
            <a:chOff x="411700" y="2416840"/>
            <a:chExt cx="277873" cy="68400"/>
          </a:xfrm>
        </p:grpSpPr>
        <p:sp>
          <p:nvSpPr>
            <p:cNvPr id="2176" name="Google Shape;2176;p51"/>
            <p:cNvSpPr/>
            <p:nvPr/>
          </p:nvSpPr>
          <p:spPr>
            <a:xfrm>
              <a:off x="411700" y="2416840"/>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77" name="Google Shape;2177;p51"/>
            <p:cNvSpPr/>
            <p:nvPr/>
          </p:nvSpPr>
          <p:spPr>
            <a:xfrm>
              <a:off x="516436" y="2416840"/>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78" name="Google Shape;2178;p51"/>
            <p:cNvSpPr/>
            <p:nvPr/>
          </p:nvSpPr>
          <p:spPr>
            <a:xfrm>
              <a:off x="621173" y="2416840"/>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179" name="Google Shape;2179;p51"/>
          <p:cNvSpPr txBox="1"/>
          <p:nvPr>
            <p:ph type="title"/>
          </p:nvPr>
        </p:nvSpPr>
        <p:spPr>
          <a:xfrm>
            <a:off x="209775" y="468575"/>
            <a:ext cx="7556400" cy="849600"/>
          </a:xfrm>
          <a:prstGeom prst="rect">
            <a:avLst/>
          </a:prstGeom>
        </p:spPr>
        <p:txBody>
          <a:bodyPr anchorCtr="0" anchor="t" bIns="91425" lIns="91425" spcFirstLastPara="1" rIns="91425" wrap="square" tIns="91425">
            <a:spAutoFit/>
          </a:bodyPr>
          <a:lstStyle/>
          <a:p>
            <a:pPr indent="0" lvl="0" marL="0" rtl="0" algn="l">
              <a:lnSpc>
                <a:spcPct val="90000"/>
              </a:lnSpc>
              <a:spcBef>
                <a:spcPts val="0"/>
              </a:spcBef>
              <a:spcAft>
                <a:spcPts val="0"/>
              </a:spcAft>
              <a:buClr>
                <a:schemeClr val="dk1"/>
              </a:buClr>
              <a:buSzPts val="1100"/>
              <a:buFont typeface="Arial"/>
              <a:buNone/>
            </a:pPr>
            <a:r>
              <a:rPr lang="en"/>
              <a:t>Architecture</a:t>
            </a:r>
            <a:endParaRPr/>
          </a:p>
        </p:txBody>
      </p:sp>
      <p:sp>
        <p:nvSpPr>
          <p:cNvPr id="2180" name="Google Shape;2180;p51"/>
          <p:cNvSpPr txBox="1"/>
          <p:nvPr>
            <p:ph idx="2" type="body"/>
          </p:nvPr>
        </p:nvSpPr>
        <p:spPr>
          <a:xfrm>
            <a:off x="167325" y="-39600"/>
            <a:ext cx="1169700" cy="431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None/>
            </a:pPr>
            <a:r>
              <a:rPr b="1" lang="en"/>
              <a:t>Name </a:t>
            </a:r>
            <a:endParaRPr/>
          </a:p>
          <a:p>
            <a:pPr indent="0" lvl="0" marL="0" rtl="0" algn="l">
              <a:spcBef>
                <a:spcPts val="0"/>
              </a:spcBef>
              <a:spcAft>
                <a:spcPts val="0"/>
              </a:spcAft>
              <a:buNone/>
            </a:pPr>
            <a:r>
              <a:t/>
            </a:r>
            <a:endParaRPr/>
          </a:p>
        </p:txBody>
      </p:sp>
      <p:sp>
        <p:nvSpPr>
          <p:cNvPr id="2181" name="Google Shape;2181;p51"/>
          <p:cNvSpPr txBox="1"/>
          <p:nvPr>
            <p:ph idx="3" type="body"/>
          </p:nvPr>
        </p:nvSpPr>
        <p:spPr>
          <a:xfrm>
            <a:off x="940775" y="-39600"/>
            <a:ext cx="3810300" cy="431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a:t>Department    Course Number    Section    Time    Location</a:t>
            </a:r>
            <a:endParaRPr/>
          </a:p>
          <a:p>
            <a:pPr indent="0" lvl="0" marL="0" rtl="0" algn="l">
              <a:spcBef>
                <a:spcPts val="0"/>
              </a:spcBef>
              <a:spcAft>
                <a:spcPts val="0"/>
              </a:spcAft>
              <a:buNone/>
            </a:pPr>
            <a:r>
              <a:t/>
            </a:r>
            <a:endParaRPr/>
          </a:p>
        </p:txBody>
      </p:sp>
      <p:sp>
        <p:nvSpPr>
          <p:cNvPr id="2182" name="Google Shape;2182;p51"/>
          <p:cNvSpPr txBox="1"/>
          <p:nvPr>
            <p:ph idx="1" type="body"/>
          </p:nvPr>
        </p:nvSpPr>
        <p:spPr>
          <a:xfrm>
            <a:off x="7509125" y="-39600"/>
            <a:ext cx="1524900" cy="431100"/>
          </a:xfrm>
          <a:prstGeom prst="rect">
            <a:avLst/>
          </a:prstGeom>
        </p:spPr>
        <p:txBody>
          <a:bodyPr anchorCtr="0" anchor="t" bIns="91425" lIns="91425" spcFirstLastPara="1" rIns="91425" wrap="square" tIns="91425">
            <a:spAutoFit/>
          </a:bodyPr>
          <a:lstStyle/>
          <a:p>
            <a:pPr indent="0" lvl="0" marL="0" rtl="0" algn="r">
              <a:spcBef>
                <a:spcPts val="0"/>
              </a:spcBef>
              <a:spcAft>
                <a:spcPts val="0"/>
              </a:spcAft>
              <a:buClr>
                <a:schemeClr val="dk1"/>
              </a:buClr>
              <a:buSzPts val="1100"/>
              <a:buNone/>
            </a:pPr>
            <a:r>
              <a:rPr lang="en"/>
              <a:t>DATE</a:t>
            </a:r>
            <a:endParaRPr/>
          </a:p>
          <a:p>
            <a:pPr indent="0" lvl="0" marL="0" rtl="0" algn="r">
              <a:spcBef>
                <a:spcPts val="0"/>
              </a:spcBef>
              <a:spcAft>
                <a:spcPts val="0"/>
              </a:spcAft>
              <a:buNone/>
            </a:pPr>
            <a:r>
              <a:t/>
            </a:r>
            <a:endParaRPr/>
          </a:p>
        </p:txBody>
      </p:sp>
      <p:pic>
        <p:nvPicPr>
          <p:cNvPr id="2183" name="Google Shape;2183;p51"/>
          <p:cNvPicPr preferRelativeResize="0"/>
          <p:nvPr/>
        </p:nvPicPr>
        <p:blipFill>
          <a:blip r:embed="rId3">
            <a:alphaModFix/>
          </a:blip>
          <a:stretch>
            <a:fillRect/>
          </a:stretch>
        </p:blipFill>
        <p:spPr>
          <a:xfrm>
            <a:off x="475162" y="1834800"/>
            <a:ext cx="8172075" cy="280594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7" name="Shape 2187"/>
        <p:cNvGrpSpPr/>
        <p:nvPr/>
      </p:nvGrpSpPr>
      <p:grpSpPr>
        <a:xfrm>
          <a:off x="0" y="0"/>
          <a:ext cx="0" cy="0"/>
          <a:chOff x="0" y="0"/>
          <a:chExt cx="0" cy="0"/>
        </a:xfrm>
      </p:grpSpPr>
      <p:sp>
        <p:nvSpPr>
          <p:cNvPr id="2188" name="Google Shape;2188;p52"/>
          <p:cNvSpPr/>
          <p:nvPr/>
        </p:nvSpPr>
        <p:spPr>
          <a:xfrm>
            <a:off x="418950" y="1256500"/>
            <a:ext cx="8284500" cy="3772800"/>
          </a:xfrm>
          <a:prstGeom prst="roundRect">
            <a:avLst>
              <a:gd fmla="val 4803" name="adj"/>
            </a:avLst>
          </a:prstGeom>
          <a:solidFill>
            <a:schemeClr val="lt2"/>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189" name="Google Shape;2189;p52"/>
          <p:cNvGrpSpPr/>
          <p:nvPr/>
        </p:nvGrpSpPr>
        <p:grpSpPr>
          <a:xfrm>
            <a:off x="477075" y="1357815"/>
            <a:ext cx="277873" cy="68400"/>
            <a:chOff x="411700" y="2416840"/>
            <a:chExt cx="277873" cy="68400"/>
          </a:xfrm>
        </p:grpSpPr>
        <p:sp>
          <p:nvSpPr>
            <p:cNvPr id="2190" name="Google Shape;2190;p52"/>
            <p:cNvSpPr/>
            <p:nvPr/>
          </p:nvSpPr>
          <p:spPr>
            <a:xfrm>
              <a:off x="411700" y="2416840"/>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91" name="Google Shape;2191;p52"/>
            <p:cNvSpPr/>
            <p:nvPr/>
          </p:nvSpPr>
          <p:spPr>
            <a:xfrm>
              <a:off x="516436" y="2416840"/>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92" name="Google Shape;2192;p52"/>
            <p:cNvSpPr/>
            <p:nvPr/>
          </p:nvSpPr>
          <p:spPr>
            <a:xfrm>
              <a:off x="621173" y="2416840"/>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193" name="Google Shape;2193;p52"/>
          <p:cNvSpPr txBox="1"/>
          <p:nvPr>
            <p:ph type="title"/>
          </p:nvPr>
        </p:nvSpPr>
        <p:spPr>
          <a:xfrm>
            <a:off x="209775" y="468575"/>
            <a:ext cx="7556400" cy="849600"/>
          </a:xfrm>
          <a:prstGeom prst="rect">
            <a:avLst/>
          </a:prstGeom>
        </p:spPr>
        <p:txBody>
          <a:bodyPr anchorCtr="0" anchor="t" bIns="91425" lIns="91425" spcFirstLastPara="1" rIns="91425" wrap="square" tIns="91425">
            <a:spAutoFit/>
          </a:bodyPr>
          <a:lstStyle/>
          <a:p>
            <a:pPr indent="0" lvl="0" marL="0" rtl="0" algn="l">
              <a:lnSpc>
                <a:spcPct val="90000"/>
              </a:lnSpc>
              <a:spcBef>
                <a:spcPts val="0"/>
              </a:spcBef>
              <a:spcAft>
                <a:spcPts val="0"/>
              </a:spcAft>
              <a:buClr>
                <a:schemeClr val="dk1"/>
              </a:buClr>
              <a:buSzPts val="1100"/>
              <a:buFont typeface="Arial"/>
              <a:buNone/>
            </a:pPr>
            <a:r>
              <a:rPr lang="en"/>
              <a:t>Agentic Architecture</a:t>
            </a:r>
            <a:endParaRPr/>
          </a:p>
        </p:txBody>
      </p:sp>
      <p:sp>
        <p:nvSpPr>
          <p:cNvPr id="2194" name="Google Shape;2194;p52"/>
          <p:cNvSpPr txBox="1"/>
          <p:nvPr>
            <p:ph idx="2" type="body"/>
          </p:nvPr>
        </p:nvSpPr>
        <p:spPr>
          <a:xfrm>
            <a:off x="167325" y="-39600"/>
            <a:ext cx="1169700" cy="431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None/>
            </a:pPr>
            <a:r>
              <a:rPr b="1" lang="en"/>
              <a:t>Name </a:t>
            </a:r>
            <a:endParaRPr/>
          </a:p>
          <a:p>
            <a:pPr indent="0" lvl="0" marL="0" rtl="0" algn="l">
              <a:spcBef>
                <a:spcPts val="0"/>
              </a:spcBef>
              <a:spcAft>
                <a:spcPts val="0"/>
              </a:spcAft>
              <a:buNone/>
            </a:pPr>
            <a:r>
              <a:t/>
            </a:r>
            <a:endParaRPr/>
          </a:p>
        </p:txBody>
      </p:sp>
      <p:sp>
        <p:nvSpPr>
          <p:cNvPr id="2195" name="Google Shape;2195;p52"/>
          <p:cNvSpPr txBox="1"/>
          <p:nvPr>
            <p:ph idx="3" type="body"/>
          </p:nvPr>
        </p:nvSpPr>
        <p:spPr>
          <a:xfrm>
            <a:off x="940775" y="-39600"/>
            <a:ext cx="3810300" cy="431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a:t>Department    Course Number    Section    Time    Location</a:t>
            </a:r>
            <a:endParaRPr/>
          </a:p>
          <a:p>
            <a:pPr indent="0" lvl="0" marL="0" rtl="0" algn="l">
              <a:spcBef>
                <a:spcPts val="0"/>
              </a:spcBef>
              <a:spcAft>
                <a:spcPts val="0"/>
              </a:spcAft>
              <a:buNone/>
            </a:pPr>
            <a:r>
              <a:t/>
            </a:r>
            <a:endParaRPr/>
          </a:p>
        </p:txBody>
      </p:sp>
      <p:sp>
        <p:nvSpPr>
          <p:cNvPr id="2196" name="Google Shape;2196;p52"/>
          <p:cNvSpPr txBox="1"/>
          <p:nvPr>
            <p:ph idx="1" type="body"/>
          </p:nvPr>
        </p:nvSpPr>
        <p:spPr>
          <a:xfrm>
            <a:off x="7509125" y="-39600"/>
            <a:ext cx="1524900" cy="431100"/>
          </a:xfrm>
          <a:prstGeom prst="rect">
            <a:avLst/>
          </a:prstGeom>
        </p:spPr>
        <p:txBody>
          <a:bodyPr anchorCtr="0" anchor="t" bIns="91425" lIns="91425" spcFirstLastPara="1" rIns="91425" wrap="square" tIns="91425">
            <a:spAutoFit/>
          </a:bodyPr>
          <a:lstStyle/>
          <a:p>
            <a:pPr indent="0" lvl="0" marL="0" rtl="0" algn="r">
              <a:spcBef>
                <a:spcPts val="0"/>
              </a:spcBef>
              <a:spcAft>
                <a:spcPts val="0"/>
              </a:spcAft>
              <a:buClr>
                <a:schemeClr val="dk1"/>
              </a:buClr>
              <a:buSzPts val="1100"/>
              <a:buNone/>
            </a:pPr>
            <a:r>
              <a:rPr lang="en"/>
              <a:t>DATE</a:t>
            </a:r>
            <a:endParaRPr/>
          </a:p>
          <a:p>
            <a:pPr indent="0" lvl="0" marL="0" rtl="0" algn="r">
              <a:spcBef>
                <a:spcPts val="0"/>
              </a:spcBef>
              <a:spcAft>
                <a:spcPts val="0"/>
              </a:spcAft>
              <a:buNone/>
            </a:pPr>
            <a:r>
              <a:t/>
            </a:r>
            <a:endParaRPr/>
          </a:p>
        </p:txBody>
      </p:sp>
      <p:pic>
        <p:nvPicPr>
          <p:cNvPr id="2197" name="Google Shape;2197;p52" title="agentic-tools-architecture.png"/>
          <p:cNvPicPr preferRelativeResize="0"/>
          <p:nvPr/>
        </p:nvPicPr>
        <p:blipFill>
          <a:blip r:embed="rId3">
            <a:alphaModFix/>
          </a:blip>
          <a:stretch>
            <a:fillRect/>
          </a:stretch>
        </p:blipFill>
        <p:spPr>
          <a:xfrm>
            <a:off x="1368300" y="1318175"/>
            <a:ext cx="6407400" cy="37289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1" name="Shape 2201"/>
        <p:cNvGrpSpPr/>
        <p:nvPr/>
      </p:nvGrpSpPr>
      <p:grpSpPr>
        <a:xfrm>
          <a:off x="0" y="0"/>
          <a:ext cx="0" cy="0"/>
          <a:chOff x="0" y="0"/>
          <a:chExt cx="0" cy="0"/>
        </a:xfrm>
      </p:grpSpPr>
      <p:sp>
        <p:nvSpPr>
          <p:cNvPr id="2202" name="Google Shape;2202;p53"/>
          <p:cNvSpPr/>
          <p:nvPr/>
        </p:nvSpPr>
        <p:spPr>
          <a:xfrm>
            <a:off x="357202" y="1355246"/>
            <a:ext cx="8437500" cy="3521100"/>
          </a:xfrm>
          <a:prstGeom prst="roundRect">
            <a:avLst>
              <a:gd fmla="val 1969" name="adj"/>
            </a:avLst>
          </a:prstGeom>
          <a:solidFill>
            <a:schemeClr val="lt2"/>
          </a:solidFill>
          <a:ln>
            <a:noFill/>
          </a:ln>
          <a:effectLst>
            <a:outerShdw blurRad="57150" rotWithShape="0" algn="bl" dist="19050">
              <a:srgbClr val="000000">
                <a:alpha val="11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03" name="Google Shape;2203;p53"/>
          <p:cNvSpPr/>
          <p:nvPr/>
        </p:nvSpPr>
        <p:spPr>
          <a:xfrm>
            <a:off x="3545248" y="1794150"/>
            <a:ext cx="2248500" cy="2861700"/>
          </a:xfrm>
          <a:prstGeom prst="roundRect">
            <a:avLst>
              <a:gd fmla="val 4721"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04" name="Google Shape;2204;p53"/>
          <p:cNvSpPr/>
          <p:nvPr/>
        </p:nvSpPr>
        <p:spPr>
          <a:xfrm>
            <a:off x="6130096" y="1794150"/>
            <a:ext cx="2248500" cy="2861700"/>
          </a:xfrm>
          <a:prstGeom prst="roundRect">
            <a:avLst>
              <a:gd fmla="val 4721"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05" name="Google Shape;2205;p53"/>
          <p:cNvSpPr/>
          <p:nvPr/>
        </p:nvSpPr>
        <p:spPr>
          <a:xfrm>
            <a:off x="960400" y="1794150"/>
            <a:ext cx="2248500" cy="2861700"/>
          </a:xfrm>
          <a:prstGeom prst="roundRect">
            <a:avLst>
              <a:gd fmla="val 4721"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206" name="Google Shape;2206;p53"/>
          <p:cNvGrpSpPr/>
          <p:nvPr/>
        </p:nvGrpSpPr>
        <p:grpSpPr>
          <a:xfrm>
            <a:off x="427350" y="1434150"/>
            <a:ext cx="277873" cy="68400"/>
            <a:chOff x="520925" y="1460325"/>
            <a:chExt cx="277873" cy="68400"/>
          </a:xfrm>
        </p:grpSpPr>
        <p:sp>
          <p:nvSpPr>
            <p:cNvPr id="2207" name="Google Shape;2207;p53"/>
            <p:cNvSpPr/>
            <p:nvPr/>
          </p:nvSpPr>
          <p:spPr>
            <a:xfrm>
              <a:off x="520925" y="1460325"/>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08" name="Google Shape;2208;p53"/>
            <p:cNvSpPr/>
            <p:nvPr/>
          </p:nvSpPr>
          <p:spPr>
            <a:xfrm>
              <a:off x="625661" y="1460325"/>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09" name="Google Shape;2209;p53"/>
            <p:cNvSpPr/>
            <p:nvPr/>
          </p:nvSpPr>
          <p:spPr>
            <a:xfrm>
              <a:off x="730398" y="1460325"/>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210" name="Google Shape;2210;p53"/>
          <p:cNvSpPr txBox="1"/>
          <p:nvPr>
            <p:ph idx="2" type="body"/>
          </p:nvPr>
        </p:nvSpPr>
        <p:spPr>
          <a:xfrm>
            <a:off x="167325" y="-39600"/>
            <a:ext cx="1169700" cy="3078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b="1" lang="en"/>
              <a:t>Name</a:t>
            </a:r>
            <a:endParaRPr/>
          </a:p>
        </p:txBody>
      </p:sp>
      <p:sp>
        <p:nvSpPr>
          <p:cNvPr id="2211" name="Google Shape;2211;p53"/>
          <p:cNvSpPr txBox="1"/>
          <p:nvPr>
            <p:ph idx="3" type="body"/>
          </p:nvPr>
        </p:nvSpPr>
        <p:spPr>
          <a:xfrm>
            <a:off x="940775" y="-39600"/>
            <a:ext cx="3810300" cy="431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a:t>Department    Course Number    Section    Time    Location</a:t>
            </a:r>
            <a:endParaRPr/>
          </a:p>
          <a:p>
            <a:pPr indent="0" lvl="0" marL="0" rtl="0" algn="l">
              <a:spcBef>
                <a:spcPts val="0"/>
              </a:spcBef>
              <a:spcAft>
                <a:spcPts val="0"/>
              </a:spcAft>
              <a:buNone/>
            </a:pPr>
            <a:r>
              <a:t/>
            </a:r>
            <a:endParaRPr/>
          </a:p>
        </p:txBody>
      </p:sp>
      <p:sp>
        <p:nvSpPr>
          <p:cNvPr id="2212" name="Google Shape;2212;p53"/>
          <p:cNvSpPr txBox="1"/>
          <p:nvPr>
            <p:ph type="title"/>
          </p:nvPr>
        </p:nvSpPr>
        <p:spPr>
          <a:xfrm>
            <a:off x="209775" y="468575"/>
            <a:ext cx="6707700" cy="849600"/>
          </a:xfrm>
          <a:prstGeom prst="rect">
            <a:avLst/>
          </a:prstGeom>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a:t>Risks &amp; Mitigations</a:t>
            </a:r>
            <a:endParaRPr/>
          </a:p>
        </p:txBody>
      </p:sp>
      <p:sp>
        <p:nvSpPr>
          <p:cNvPr id="2213" name="Google Shape;2213;p53"/>
          <p:cNvSpPr txBox="1"/>
          <p:nvPr/>
        </p:nvSpPr>
        <p:spPr>
          <a:xfrm>
            <a:off x="1117150" y="2423100"/>
            <a:ext cx="1935000" cy="1385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Lexend Light"/>
                <a:ea typeface="Lexend Light"/>
                <a:cs typeface="Lexend Light"/>
                <a:sym typeface="Lexend Light"/>
              </a:rPr>
              <a:t>-Incomplete data</a:t>
            </a:r>
            <a:endParaRPr>
              <a:solidFill>
                <a:schemeClr val="dk1"/>
              </a:solidFill>
              <a:latin typeface="Lexend Light"/>
              <a:ea typeface="Lexend Light"/>
              <a:cs typeface="Lexend Light"/>
              <a:sym typeface="Lexend Light"/>
            </a:endParaRPr>
          </a:p>
          <a:p>
            <a:pPr indent="0" lvl="0" marL="0" rtl="0" algn="l">
              <a:spcBef>
                <a:spcPts val="0"/>
              </a:spcBef>
              <a:spcAft>
                <a:spcPts val="0"/>
              </a:spcAft>
              <a:buNone/>
            </a:pPr>
            <a:r>
              <a:rPr lang="en">
                <a:solidFill>
                  <a:schemeClr val="dk1"/>
                </a:solidFill>
                <a:latin typeface="Lexend Light"/>
                <a:ea typeface="Lexend Light"/>
                <a:cs typeface="Lexend Light"/>
                <a:sym typeface="Lexend Light"/>
              </a:rPr>
              <a:t>-Trust concerns</a:t>
            </a:r>
            <a:endParaRPr>
              <a:solidFill>
                <a:schemeClr val="dk1"/>
              </a:solidFill>
              <a:latin typeface="Lexend Light"/>
              <a:ea typeface="Lexend Light"/>
              <a:cs typeface="Lexend Light"/>
              <a:sym typeface="Lexend Light"/>
            </a:endParaRPr>
          </a:p>
          <a:p>
            <a:pPr indent="0" lvl="0" marL="0" rtl="0" algn="l">
              <a:spcBef>
                <a:spcPts val="0"/>
              </a:spcBef>
              <a:spcAft>
                <a:spcPts val="0"/>
              </a:spcAft>
              <a:buNone/>
            </a:pPr>
            <a:r>
              <a:rPr lang="en">
                <a:solidFill>
                  <a:schemeClr val="dk1"/>
                </a:solidFill>
                <a:latin typeface="Lexend Light"/>
                <a:ea typeface="Lexend Light"/>
                <a:cs typeface="Lexend Light"/>
                <a:sym typeface="Lexend Light"/>
              </a:rPr>
              <a:t>-Over-automation</a:t>
            </a:r>
            <a:endParaRPr>
              <a:solidFill>
                <a:schemeClr val="dk1"/>
              </a:solidFill>
              <a:latin typeface="Lexend Light"/>
              <a:ea typeface="Lexend Light"/>
              <a:cs typeface="Lexend Light"/>
              <a:sym typeface="Lexend Light"/>
            </a:endParaRPr>
          </a:p>
          <a:p>
            <a:pPr indent="0" lvl="0" marL="0" rtl="0" algn="l">
              <a:spcBef>
                <a:spcPts val="0"/>
              </a:spcBef>
              <a:spcAft>
                <a:spcPts val="0"/>
              </a:spcAft>
              <a:buNone/>
            </a:pPr>
            <a:r>
              <a:rPr lang="en">
                <a:solidFill>
                  <a:schemeClr val="dk1"/>
                </a:solidFill>
                <a:latin typeface="Lexend Light"/>
                <a:ea typeface="Lexend Light"/>
                <a:cs typeface="Lexend Light"/>
                <a:sym typeface="Lexend Light"/>
              </a:rPr>
              <a:t>-LLM hallucination</a:t>
            </a:r>
            <a:endParaRPr>
              <a:solidFill>
                <a:schemeClr val="dk1"/>
              </a:solidFill>
              <a:latin typeface="Lexend Light"/>
              <a:ea typeface="Lexend Light"/>
              <a:cs typeface="Lexend Light"/>
              <a:sym typeface="Lexend Light"/>
            </a:endParaRPr>
          </a:p>
          <a:p>
            <a:pPr indent="0" lvl="0" marL="0" rtl="0" algn="l">
              <a:spcBef>
                <a:spcPts val="0"/>
              </a:spcBef>
              <a:spcAft>
                <a:spcPts val="0"/>
              </a:spcAft>
              <a:buNone/>
            </a:pPr>
            <a:r>
              <a:rPr lang="en">
                <a:solidFill>
                  <a:schemeClr val="dk1"/>
                </a:solidFill>
                <a:latin typeface="Lexend Light"/>
                <a:ea typeface="Lexend Light"/>
                <a:cs typeface="Lexend Light"/>
                <a:sym typeface="Lexend Light"/>
              </a:rPr>
              <a:t>-Adoption resistance</a:t>
            </a:r>
            <a:endParaRPr>
              <a:solidFill>
                <a:schemeClr val="dk1"/>
              </a:solidFill>
              <a:latin typeface="Lexend Light"/>
              <a:ea typeface="Lexend Light"/>
              <a:cs typeface="Lexend Light"/>
              <a:sym typeface="Lexend Light"/>
            </a:endParaRPr>
          </a:p>
          <a:p>
            <a:pPr indent="0" lvl="0" marL="0" rtl="0" algn="ctr">
              <a:spcBef>
                <a:spcPts val="0"/>
              </a:spcBef>
              <a:spcAft>
                <a:spcPts val="0"/>
              </a:spcAft>
              <a:buNone/>
            </a:pPr>
            <a:r>
              <a:t/>
            </a:r>
            <a:endParaRPr sz="800">
              <a:solidFill>
                <a:schemeClr val="dk1"/>
              </a:solidFill>
              <a:latin typeface="Lexend Light"/>
              <a:ea typeface="Lexend Light"/>
              <a:cs typeface="Lexend Light"/>
              <a:sym typeface="Lexend Light"/>
            </a:endParaRPr>
          </a:p>
        </p:txBody>
      </p:sp>
      <p:sp>
        <p:nvSpPr>
          <p:cNvPr id="2214" name="Google Shape;2214;p53"/>
          <p:cNvSpPr txBox="1"/>
          <p:nvPr/>
        </p:nvSpPr>
        <p:spPr>
          <a:xfrm>
            <a:off x="3591225" y="2101350"/>
            <a:ext cx="2156400" cy="2247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Lexend Light"/>
                <a:ea typeface="Lexend Light"/>
                <a:cs typeface="Lexend Light"/>
                <a:sym typeface="Lexend Light"/>
              </a:rPr>
              <a:t>-Deterministic fallback logic</a:t>
            </a:r>
            <a:endParaRPr>
              <a:solidFill>
                <a:schemeClr val="dk1"/>
              </a:solidFill>
              <a:latin typeface="Lexend Light"/>
              <a:ea typeface="Lexend Light"/>
              <a:cs typeface="Lexend Light"/>
              <a:sym typeface="Lexend Light"/>
            </a:endParaRPr>
          </a:p>
          <a:p>
            <a:pPr indent="0" lvl="0" marL="0" rtl="0" algn="l">
              <a:spcBef>
                <a:spcPts val="0"/>
              </a:spcBef>
              <a:spcAft>
                <a:spcPts val="0"/>
              </a:spcAft>
              <a:buNone/>
            </a:pPr>
            <a:r>
              <a:rPr lang="en">
                <a:solidFill>
                  <a:schemeClr val="dk1"/>
                </a:solidFill>
                <a:latin typeface="Lexend Light"/>
                <a:ea typeface="Lexend Light"/>
                <a:cs typeface="Lexend Light"/>
                <a:sym typeface="Lexend Light"/>
              </a:rPr>
              <a:t>-Observability + explainability</a:t>
            </a:r>
            <a:endParaRPr>
              <a:solidFill>
                <a:schemeClr val="dk1"/>
              </a:solidFill>
              <a:latin typeface="Lexend Light"/>
              <a:ea typeface="Lexend Light"/>
              <a:cs typeface="Lexend Light"/>
              <a:sym typeface="Lexend Light"/>
            </a:endParaRPr>
          </a:p>
          <a:p>
            <a:pPr indent="0" lvl="0" marL="0" rtl="0" algn="l">
              <a:spcBef>
                <a:spcPts val="0"/>
              </a:spcBef>
              <a:spcAft>
                <a:spcPts val="0"/>
              </a:spcAft>
              <a:buNone/>
            </a:pPr>
            <a:r>
              <a:rPr lang="en">
                <a:solidFill>
                  <a:schemeClr val="dk1"/>
                </a:solidFill>
                <a:latin typeface="Lexend Light"/>
                <a:ea typeface="Lexend Light"/>
                <a:cs typeface="Lexend Light"/>
                <a:sym typeface="Lexend Light"/>
              </a:rPr>
              <a:t>-Tool-based agents only</a:t>
            </a:r>
            <a:endParaRPr>
              <a:solidFill>
                <a:schemeClr val="dk1"/>
              </a:solidFill>
              <a:latin typeface="Lexend Light"/>
              <a:ea typeface="Lexend Light"/>
              <a:cs typeface="Lexend Light"/>
              <a:sym typeface="Lexend Light"/>
            </a:endParaRPr>
          </a:p>
          <a:p>
            <a:pPr indent="0" lvl="0" marL="0" rtl="0" algn="l">
              <a:spcBef>
                <a:spcPts val="0"/>
              </a:spcBef>
              <a:spcAft>
                <a:spcPts val="0"/>
              </a:spcAft>
              <a:buNone/>
            </a:pPr>
            <a:r>
              <a:rPr lang="en">
                <a:solidFill>
                  <a:schemeClr val="dk1"/>
                </a:solidFill>
                <a:latin typeface="Lexend Light"/>
                <a:ea typeface="Lexend Light"/>
                <a:cs typeface="Lexend Light"/>
                <a:sym typeface="Lexend Light"/>
              </a:rPr>
              <a:t>-Guardrails + non-authoritative use</a:t>
            </a:r>
            <a:endParaRPr>
              <a:solidFill>
                <a:schemeClr val="dk1"/>
              </a:solidFill>
              <a:latin typeface="Lexend Light"/>
              <a:ea typeface="Lexend Light"/>
              <a:cs typeface="Lexend Light"/>
              <a:sym typeface="Lexend Light"/>
            </a:endParaRPr>
          </a:p>
          <a:p>
            <a:pPr indent="0" lvl="0" marL="0" rtl="0" algn="l">
              <a:spcBef>
                <a:spcPts val="0"/>
              </a:spcBef>
              <a:spcAft>
                <a:spcPts val="0"/>
              </a:spcAft>
              <a:buNone/>
            </a:pPr>
            <a:r>
              <a:rPr lang="en">
                <a:solidFill>
                  <a:schemeClr val="dk1"/>
                </a:solidFill>
                <a:latin typeface="Lexend Light"/>
                <a:ea typeface="Lexend Light"/>
                <a:cs typeface="Lexend Light"/>
                <a:sym typeface="Lexend Light"/>
              </a:rPr>
              <a:t>-Librarian-first UX</a:t>
            </a:r>
            <a:endParaRPr>
              <a:solidFill>
                <a:schemeClr val="dk1"/>
              </a:solidFill>
              <a:latin typeface="Lexend Light"/>
              <a:ea typeface="Lexend Light"/>
              <a:cs typeface="Lexend Light"/>
              <a:sym typeface="Lexend Light"/>
            </a:endParaRPr>
          </a:p>
          <a:p>
            <a:pPr indent="0" lvl="0" marL="0" rtl="0" algn="ctr">
              <a:spcBef>
                <a:spcPts val="0"/>
              </a:spcBef>
              <a:spcAft>
                <a:spcPts val="0"/>
              </a:spcAft>
              <a:buNone/>
            </a:pPr>
            <a:r>
              <a:t/>
            </a:r>
            <a:endParaRPr sz="800">
              <a:solidFill>
                <a:schemeClr val="dk1"/>
              </a:solidFill>
              <a:latin typeface="Lexend Light"/>
              <a:ea typeface="Lexend Light"/>
              <a:cs typeface="Lexend Light"/>
              <a:sym typeface="Lexend Light"/>
            </a:endParaRPr>
          </a:p>
        </p:txBody>
      </p:sp>
      <p:sp>
        <p:nvSpPr>
          <p:cNvPr id="2215" name="Google Shape;2215;p53"/>
          <p:cNvSpPr txBox="1"/>
          <p:nvPr/>
        </p:nvSpPr>
        <p:spPr>
          <a:xfrm>
            <a:off x="6176150" y="3122925"/>
            <a:ext cx="2156400" cy="9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1"/>
                </a:solidFill>
                <a:latin typeface="Lexend Light"/>
                <a:ea typeface="Lexend Light"/>
                <a:cs typeface="Lexend Light"/>
                <a:sym typeface="Lexend Light"/>
              </a:rPr>
              <a:t>-Deterministic in nature</a:t>
            </a:r>
            <a:endParaRPr sz="1300">
              <a:solidFill>
                <a:schemeClr val="dk1"/>
              </a:solidFill>
              <a:latin typeface="Lexend Light"/>
              <a:ea typeface="Lexend Light"/>
              <a:cs typeface="Lexend Light"/>
              <a:sym typeface="Lexend Light"/>
            </a:endParaRPr>
          </a:p>
          <a:p>
            <a:pPr indent="0" lvl="0" marL="0" rtl="0" algn="l">
              <a:spcBef>
                <a:spcPts val="0"/>
              </a:spcBef>
              <a:spcAft>
                <a:spcPts val="0"/>
              </a:spcAft>
              <a:buNone/>
            </a:pPr>
            <a:r>
              <a:rPr lang="en" sz="1300">
                <a:solidFill>
                  <a:schemeClr val="dk1"/>
                </a:solidFill>
                <a:latin typeface="Lexend Light"/>
                <a:ea typeface="Lexend Light"/>
                <a:cs typeface="Lexend Light"/>
                <a:sym typeface="Lexend Light"/>
              </a:rPr>
              <a:t>-LLM integration is small</a:t>
            </a:r>
            <a:endParaRPr sz="1300">
              <a:solidFill>
                <a:schemeClr val="dk1"/>
              </a:solidFill>
              <a:latin typeface="Lexend Light"/>
              <a:ea typeface="Lexend Light"/>
              <a:cs typeface="Lexend Light"/>
              <a:sym typeface="Lexend Light"/>
            </a:endParaRPr>
          </a:p>
          <a:p>
            <a:pPr indent="0" lvl="0" marL="0" rtl="0" algn="l">
              <a:spcBef>
                <a:spcPts val="0"/>
              </a:spcBef>
              <a:spcAft>
                <a:spcPts val="0"/>
              </a:spcAft>
              <a:buNone/>
            </a:pPr>
            <a:r>
              <a:rPr lang="en" sz="1300">
                <a:solidFill>
                  <a:schemeClr val="dk1"/>
                </a:solidFill>
                <a:latin typeface="Lexend Light"/>
                <a:ea typeface="Lexend Light"/>
                <a:cs typeface="Lexend Light"/>
                <a:sym typeface="Lexend Light"/>
              </a:rPr>
              <a:t>-LLMs can be  bypassed unless explicitly needed</a:t>
            </a:r>
            <a:endParaRPr sz="1300">
              <a:solidFill>
                <a:schemeClr val="dk1"/>
              </a:solidFill>
              <a:latin typeface="Lexend Light"/>
              <a:ea typeface="Lexend Light"/>
              <a:cs typeface="Lexend Light"/>
              <a:sym typeface="Lexend Light"/>
            </a:endParaRPr>
          </a:p>
        </p:txBody>
      </p:sp>
      <p:grpSp>
        <p:nvGrpSpPr>
          <p:cNvPr id="2216" name="Google Shape;2216;p53"/>
          <p:cNvGrpSpPr/>
          <p:nvPr/>
        </p:nvGrpSpPr>
        <p:grpSpPr>
          <a:xfrm>
            <a:off x="6286848" y="1961394"/>
            <a:ext cx="946911" cy="966699"/>
            <a:chOff x="2725798" y="3590032"/>
            <a:chExt cx="946911" cy="966699"/>
          </a:xfrm>
        </p:grpSpPr>
        <p:grpSp>
          <p:nvGrpSpPr>
            <p:cNvPr id="2217" name="Google Shape;2217;p53"/>
            <p:cNvGrpSpPr/>
            <p:nvPr/>
          </p:nvGrpSpPr>
          <p:grpSpPr>
            <a:xfrm>
              <a:off x="2725798" y="3590032"/>
              <a:ext cx="946911" cy="966699"/>
              <a:chOff x="2040572" y="340487"/>
              <a:chExt cx="1276160" cy="1302829"/>
            </a:xfrm>
          </p:grpSpPr>
          <p:grpSp>
            <p:nvGrpSpPr>
              <p:cNvPr id="2218" name="Google Shape;2218;p53"/>
              <p:cNvGrpSpPr/>
              <p:nvPr/>
            </p:nvGrpSpPr>
            <p:grpSpPr>
              <a:xfrm>
                <a:off x="2040572" y="340487"/>
                <a:ext cx="1276160" cy="1302829"/>
                <a:chOff x="2040572" y="340487"/>
                <a:chExt cx="1276160" cy="1302829"/>
              </a:xfrm>
            </p:grpSpPr>
            <p:sp>
              <p:nvSpPr>
                <p:cNvPr id="2219" name="Google Shape;2219;p53"/>
                <p:cNvSpPr/>
                <p:nvPr/>
              </p:nvSpPr>
              <p:spPr>
                <a:xfrm>
                  <a:off x="2040572" y="340487"/>
                  <a:ext cx="1269809" cy="1296479"/>
                </a:xfrm>
                <a:custGeom>
                  <a:rect b="b" l="l" r="r" t="t"/>
                  <a:pathLst>
                    <a:path extrusionOk="0" h="1296479" w="1269809">
                      <a:moveTo>
                        <a:pt x="0" y="0"/>
                      </a:moveTo>
                      <a:lnTo>
                        <a:pt x="1269810" y="0"/>
                      </a:lnTo>
                      <a:lnTo>
                        <a:pt x="1269810" y="1296480"/>
                      </a:lnTo>
                      <a:lnTo>
                        <a:pt x="0" y="1296480"/>
                      </a:lnTo>
                      <a:close/>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20" name="Google Shape;2220;p53"/>
                <p:cNvSpPr/>
                <p:nvPr/>
              </p:nvSpPr>
              <p:spPr>
                <a:xfrm>
                  <a:off x="3310382"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21" name="Google Shape;2221;p53"/>
                <p:cNvSpPr/>
                <p:nvPr/>
              </p:nvSpPr>
              <p:spPr>
                <a:xfrm>
                  <a:off x="2225167"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22" name="Google Shape;2222;p53"/>
                <p:cNvSpPr/>
                <p:nvPr/>
              </p:nvSpPr>
              <p:spPr>
                <a:xfrm>
                  <a:off x="2409761"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23" name="Google Shape;2223;p53"/>
                <p:cNvSpPr/>
                <p:nvPr/>
              </p:nvSpPr>
              <p:spPr>
                <a:xfrm>
                  <a:off x="2594292"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24" name="Google Shape;2224;p53"/>
                <p:cNvSpPr/>
                <p:nvPr/>
              </p:nvSpPr>
              <p:spPr>
                <a:xfrm>
                  <a:off x="2778887"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25" name="Google Shape;2225;p53"/>
                <p:cNvSpPr/>
                <p:nvPr/>
              </p:nvSpPr>
              <p:spPr>
                <a:xfrm>
                  <a:off x="2963481"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26" name="Google Shape;2226;p53"/>
                <p:cNvSpPr/>
                <p:nvPr/>
              </p:nvSpPr>
              <p:spPr>
                <a:xfrm>
                  <a:off x="3148076"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27" name="Google Shape;2227;p53"/>
                <p:cNvSpPr/>
                <p:nvPr/>
              </p:nvSpPr>
              <p:spPr>
                <a:xfrm>
                  <a:off x="2040572" y="525653"/>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28" name="Google Shape;2228;p53"/>
                <p:cNvSpPr/>
                <p:nvPr/>
              </p:nvSpPr>
              <p:spPr>
                <a:xfrm>
                  <a:off x="2040572" y="34048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29" name="Google Shape;2229;p53"/>
                <p:cNvSpPr/>
                <p:nvPr/>
              </p:nvSpPr>
              <p:spPr>
                <a:xfrm>
                  <a:off x="2040572" y="145173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30" name="Google Shape;2230;p53"/>
                <p:cNvSpPr/>
                <p:nvPr/>
              </p:nvSpPr>
              <p:spPr>
                <a:xfrm>
                  <a:off x="2040572" y="1636966"/>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31" name="Google Shape;2231;p53"/>
                <p:cNvSpPr/>
                <p:nvPr/>
              </p:nvSpPr>
              <p:spPr>
                <a:xfrm>
                  <a:off x="2040572" y="126650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32" name="Google Shape;2232;p53"/>
                <p:cNvSpPr/>
                <p:nvPr/>
              </p:nvSpPr>
              <p:spPr>
                <a:xfrm>
                  <a:off x="2040572" y="1081278"/>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33" name="Google Shape;2233;p53"/>
                <p:cNvSpPr/>
                <p:nvPr/>
              </p:nvSpPr>
              <p:spPr>
                <a:xfrm>
                  <a:off x="2040572" y="896112"/>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34" name="Google Shape;2234;p53"/>
                <p:cNvSpPr/>
                <p:nvPr/>
              </p:nvSpPr>
              <p:spPr>
                <a:xfrm>
                  <a:off x="2040572" y="710882"/>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2235" name="Google Shape;2235;p53"/>
              <p:cNvSpPr/>
              <p:nvPr/>
            </p:nvSpPr>
            <p:spPr>
              <a:xfrm>
                <a:off x="2593657" y="525653"/>
                <a:ext cx="185229" cy="185229"/>
              </a:xfrm>
              <a:custGeom>
                <a:rect b="b" l="l" r="r" t="t"/>
                <a:pathLst>
                  <a:path extrusionOk="0" h="185229" w="185229">
                    <a:moveTo>
                      <a:pt x="0" y="0"/>
                    </a:moveTo>
                    <a:lnTo>
                      <a:pt x="185230" y="0"/>
                    </a:lnTo>
                    <a:lnTo>
                      <a:pt x="185230" y="185229"/>
                    </a:lnTo>
                    <a:lnTo>
                      <a:pt x="0" y="185229"/>
                    </a:lnTo>
                    <a:close/>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2236" name="Google Shape;2236;p53"/>
            <p:cNvSpPr/>
            <p:nvPr/>
          </p:nvSpPr>
          <p:spPr>
            <a:xfrm>
              <a:off x="2862815" y="3729522"/>
              <a:ext cx="618874" cy="687570"/>
            </a:xfrm>
            <a:custGeom>
              <a:rect b="b" l="l" r="r" t="t"/>
              <a:pathLst>
                <a:path extrusionOk="0" h="926020" w="833501">
                  <a:moveTo>
                    <a:pt x="184912" y="926020"/>
                  </a:moveTo>
                  <a:lnTo>
                    <a:pt x="184912" y="833565"/>
                  </a:lnTo>
                  <a:lnTo>
                    <a:pt x="92456" y="833565"/>
                  </a:lnTo>
                  <a:lnTo>
                    <a:pt x="92456" y="741109"/>
                  </a:lnTo>
                  <a:lnTo>
                    <a:pt x="0" y="741109"/>
                  </a:lnTo>
                  <a:lnTo>
                    <a:pt x="0" y="184912"/>
                  </a:lnTo>
                  <a:lnTo>
                    <a:pt x="92456" y="184912"/>
                  </a:lnTo>
                  <a:lnTo>
                    <a:pt x="92456" y="92456"/>
                  </a:lnTo>
                  <a:lnTo>
                    <a:pt x="184912" y="92456"/>
                  </a:lnTo>
                  <a:lnTo>
                    <a:pt x="184912" y="0"/>
                  </a:lnTo>
                  <a:lnTo>
                    <a:pt x="648589" y="0"/>
                  </a:lnTo>
                  <a:lnTo>
                    <a:pt x="648589" y="92456"/>
                  </a:lnTo>
                  <a:lnTo>
                    <a:pt x="741045" y="92456"/>
                  </a:lnTo>
                  <a:lnTo>
                    <a:pt x="741045" y="184912"/>
                  </a:lnTo>
                  <a:lnTo>
                    <a:pt x="833501" y="184912"/>
                  </a:lnTo>
                  <a:lnTo>
                    <a:pt x="833501" y="370523"/>
                  </a:lnTo>
                  <a:lnTo>
                    <a:pt x="648526" y="370523"/>
                  </a:lnTo>
                  <a:lnTo>
                    <a:pt x="648526" y="277432"/>
                  </a:lnTo>
                  <a:lnTo>
                    <a:pt x="555435" y="277432"/>
                  </a:lnTo>
                  <a:lnTo>
                    <a:pt x="555435" y="184975"/>
                  </a:lnTo>
                  <a:lnTo>
                    <a:pt x="277368" y="184975"/>
                  </a:lnTo>
                  <a:lnTo>
                    <a:pt x="277368" y="277432"/>
                  </a:lnTo>
                  <a:lnTo>
                    <a:pt x="184912" y="277432"/>
                  </a:lnTo>
                  <a:lnTo>
                    <a:pt x="184912" y="648589"/>
                  </a:lnTo>
                  <a:lnTo>
                    <a:pt x="277368" y="648589"/>
                  </a:lnTo>
                  <a:lnTo>
                    <a:pt x="277368" y="741045"/>
                  </a:lnTo>
                  <a:lnTo>
                    <a:pt x="555435" y="741045"/>
                  </a:lnTo>
                  <a:lnTo>
                    <a:pt x="555435" y="648589"/>
                  </a:lnTo>
                  <a:lnTo>
                    <a:pt x="648526" y="648589"/>
                  </a:lnTo>
                  <a:lnTo>
                    <a:pt x="648526" y="555498"/>
                  </a:lnTo>
                  <a:lnTo>
                    <a:pt x="833501" y="555498"/>
                  </a:lnTo>
                  <a:lnTo>
                    <a:pt x="833501" y="741109"/>
                  </a:lnTo>
                  <a:lnTo>
                    <a:pt x="741045" y="741109"/>
                  </a:lnTo>
                  <a:lnTo>
                    <a:pt x="741045" y="833565"/>
                  </a:lnTo>
                  <a:lnTo>
                    <a:pt x="648589" y="833565"/>
                  </a:lnTo>
                  <a:lnTo>
                    <a:pt x="648589" y="926020"/>
                  </a:lnTo>
                  <a:lnTo>
                    <a:pt x="184912" y="926020"/>
                  </a:lnTo>
                  <a:close/>
                </a:path>
              </a:pathLst>
            </a:custGeom>
            <a:solidFill>
              <a:schemeClr val="dk1"/>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2237" name="Google Shape;2237;p53"/>
          <p:cNvSpPr txBox="1"/>
          <p:nvPr>
            <p:ph idx="1" type="body"/>
          </p:nvPr>
        </p:nvSpPr>
        <p:spPr>
          <a:xfrm>
            <a:off x="7509125" y="-39600"/>
            <a:ext cx="1524900" cy="431100"/>
          </a:xfrm>
          <a:prstGeom prst="rect">
            <a:avLst/>
          </a:prstGeom>
        </p:spPr>
        <p:txBody>
          <a:bodyPr anchorCtr="0" anchor="t" bIns="91425" lIns="91425" spcFirstLastPara="1" rIns="91425" wrap="square" tIns="91425">
            <a:spAutoFit/>
          </a:bodyPr>
          <a:lstStyle/>
          <a:p>
            <a:pPr indent="0" lvl="0" marL="0" rtl="0" algn="r">
              <a:spcBef>
                <a:spcPts val="0"/>
              </a:spcBef>
              <a:spcAft>
                <a:spcPts val="0"/>
              </a:spcAft>
              <a:buClr>
                <a:schemeClr val="dk1"/>
              </a:buClr>
              <a:buSzPts val="1100"/>
              <a:buNone/>
            </a:pPr>
            <a:r>
              <a:rPr lang="en"/>
              <a:t>DATE</a:t>
            </a:r>
            <a:endParaRPr/>
          </a:p>
          <a:p>
            <a:pPr indent="0" lvl="0" marL="0" rtl="0" algn="r">
              <a:spcBef>
                <a:spcPts val="0"/>
              </a:spcBef>
              <a:spcAft>
                <a:spcPts val="0"/>
              </a:spcAft>
              <a:buNone/>
            </a:pPr>
            <a:r>
              <a:t/>
            </a:r>
            <a:endParaRPr/>
          </a:p>
        </p:txBody>
      </p:sp>
      <p:sp>
        <p:nvSpPr>
          <p:cNvPr id="2238" name="Google Shape;2238;p53"/>
          <p:cNvSpPr txBox="1"/>
          <p:nvPr/>
        </p:nvSpPr>
        <p:spPr>
          <a:xfrm>
            <a:off x="6021723" y="2198445"/>
            <a:ext cx="22485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1"/>
                </a:solidFill>
                <a:latin typeface="Lexend Medium"/>
                <a:ea typeface="Lexend Medium"/>
                <a:cs typeface="Lexend Medium"/>
                <a:sym typeface="Lexend Medium"/>
              </a:rPr>
              <a:t>     </a:t>
            </a:r>
            <a:r>
              <a:rPr b="1" lang="en" sz="2000">
                <a:solidFill>
                  <a:schemeClr val="dk1"/>
                </a:solidFill>
                <a:latin typeface="Lexend"/>
                <a:ea typeface="Lexend"/>
                <a:cs typeface="Lexend"/>
                <a:sym typeface="Lexend"/>
              </a:rPr>
              <a:t>OST</a:t>
            </a:r>
            <a:endParaRPr b="1" sz="2000">
              <a:solidFill>
                <a:schemeClr val="dk1"/>
              </a:solidFill>
              <a:latin typeface="Lexend"/>
              <a:ea typeface="Lexend"/>
              <a:cs typeface="Lexend"/>
              <a:sym typeface="Lexen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2" name="Shape 2242"/>
        <p:cNvGrpSpPr/>
        <p:nvPr/>
      </p:nvGrpSpPr>
      <p:grpSpPr>
        <a:xfrm>
          <a:off x="0" y="0"/>
          <a:ext cx="0" cy="0"/>
          <a:chOff x="0" y="0"/>
          <a:chExt cx="0" cy="0"/>
        </a:xfrm>
      </p:grpSpPr>
      <p:sp>
        <p:nvSpPr>
          <p:cNvPr id="2243" name="Google Shape;2243;p54"/>
          <p:cNvSpPr txBox="1"/>
          <p:nvPr>
            <p:ph idx="2" type="body"/>
          </p:nvPr>
        </p:nvSpPr>
        <p:spPr>
          <a:xfrm>
            <a:off x="167325" y="-39600"/>
            <a:ext cx="1169700" cy="431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b="1" lang="en"/>
              <a:t>Name</a:t>
            </a:r>
            <a:endParaRPr b="1"/>
          </a:p>
          <a:p>
            <a:pPr indent="0" lvl="0" marL="0" rtl="0" algn="l">
              <a:spcBef>
                <a:spcPts val="0"/>
              </a:spcBef>
              <a:spcAft>
                <a:spcPts val="0"/>
              </a:spcAft>
              <a:buNone/>
            </a:pPr>
            <a:r>
              <a:t/>
            </a:r>
            <a:endParaRPr/>
          </a:p>
        </p:txBody>
      </p:sp>
      <p:sp>
        <p:nvSpPr>
          <p:cNvPr id="2244" name="Google Shape;2244;p54"/>
          <p:cNvSpPr txBox="1"/>
          <p:nvPr>
            <p:ph idx="3" type="body"/>
          </p:nvPr>
        </p:nvSpPr>
        <p:spPr>
          <a:xfrm>
            <a:off x="940775" y="-39600"/>
            <a:ext cx="3810300" cy="431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a:t>Department    Course Number    Section    Time    Location</a:t>
            </a:r>
            <a:endParaRPr/>
          </a:p>
          <a:p>
            <a:pPr indent="0" lvl="0" marL="0" rtl="0" algn="l">
              <a:spcBef>
                <a:spcPts val="0"/>
              </a:spcBef>
              <a:spcAft>
                <a:spcPts val="0"/>
              </a:spcAft>
              <a:buNone/>
            </a:pPr>
            <a:r>
              <a:t/>
            </a:r>
            <a:endParaRPr/>
          </a:p>
        </p:txBody>
      </p:sp>
      <p:sp>
        <p:nvSpPr>
          <p:cNvPr id="2245" name="Google Shape;2245;p54"/>
          <p:cNvSpPr txBox="1"/>
          <p:nvPr>
            <p:ph type="title"/>
          </p:nvPr>
        </p:nvSpPr>
        <p:spPr>
          <a:xfrm>
            <a:off x="209775" y="468575"/>
            <a:ext cx="5016000" cy="849600"/>
          </a:xfrm>
          <a:prstGeom prst="rect">
            <a:avLst/>
          </a:prstGeom>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a:t>Schedule</a:t>
            </a:r>
            <a:endParaRPr/>
          </a:p>
        </p:txBody>
      </p:sp>
      <p:sp>
        <p:nvSpPr>
          <p:cNvPr id="2246" name="Google Shape;2246;p54"/>
          <p:cNvSpPr/>
          <p:nvPr/>
        </p:nvSpPr>
        <p:spPr>
          <a:xfrm>
            <a:off x="2233650" y="1798816"/>
            <a:ext cx="2668800" cy="605100"/>
          </a:xfrm>
          <a:prstGeom prst="roundRect">
            <a:avLst>
              <a:gd fmla="val 4934" name="adj"/>
            </a:avLst>
          </a:prstGeom>
          <a:solidFill>
            <a:schemeClr val="lt2"/>
          </a:solidFill>
          <a:ln>
            <a:noFill/>
          </a:ln>
          <a:effectLst>
            <a:outerShdw blurRad="57150" rotWithShape="0" algn="bl" dist="19050">
              <a:srgbClr val="000000">
                <a:alpha val="12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a:t>  </a:t>
            </a:r>
            <a:endParaRPr/>
          </a:p>
        </p:txBody>
      </p:sp>
      <p:sp>
        <p:nvSpPr>
          <p:cNvPr id="2247" name="Google Shape;2247;p54"/>
          <p:cNvSpPr/>
          <p:nvPr/>
        </p:nvSpPr>
        <p:spPr>
          <a:xfrm>
            <a:off x="772807" y="1339925"/>
            <a:ext cx="943500" cy="2004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Lexend Light"/>
                <a:ea typeface="Lexend Light"/>
                <a:cs typeface="Lexend Light"/>
                <a:sym typeface="Lexend Light"/>
              </a:rPr>
              <a:t>Timeline</a:t>
            </a:r>
            <a:endParaRPr sz="1200">
              <a:solidFill>
                <a:schemeClr val="dk1"/>
              </a:solidFill>
              <a:latin typeface="Lexend Light"/>
              <a:ea typeface="Lexend Light"/>
              <a:cs typeface="Lexend Light"/>
              <a:sym typeface="Lexend Light"/>
            </a:endParaRPr>
          </a:p>
        </p:txBody>
      </p:sp>
      <p:sp>
        <p:nvSpPr>
          <p:cNvPr id="2248" name="Google Shape;2248;p54"/>
          <p:cNvSpPr/>
          <p:nvPr/>
        </p:nvSpPr>
        <p:spPr>
          <a:xfrm>
            <a:off x="2270951" y="1339920"/>
            <a:ext cx="714600" cy="200400"/>
          </a:xfrm>
          <a:prstGeom prst="roundRect">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Lexend Light"/>
                <a:ea typeface="Lexend Light"/>
                <a:cs typeface="Lexend Light"/>
                <a:sym typeface="Lexend Light"/>
              </a:rPr>
              <a:t>Topic</a:t>
            </a:r>
            <a:endParaRPr sz="1200">
              <a:solidFill>
                <a:schemeClr val="dk1"/>
              </a:solidFill>
              <a:latin typeface="Lexend Light"/>
              <a:ea typeface="Lexend Light"/>
              <a:cs typeface="Lexend Light"/>
              <a:sym typeface="Lexend Light"/>
            </a:endParaRPr>
          </a:p>
        </p:txBody>
      </p:sp>
      <p:sp>
        <p:nvSpPr>
          <p:cNvPr id="2249" name="Google Shape;2249;p54"/>
          <p:cNvSpPr/>
          <p:nvPr/>
        </p:nvSpPr>
        <p:spPr>
          <a:xfrm>
            <a:off x="5587775" y="1339920"/>
            <a:ext cx="1092000" cy="2004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Lexend Light"/>
                <a:ea typeface="Lexend Light"/>
                <a:cs typeface="Lexend Light"/>
                <a:sym typeface="Lexend Light"/>
              </a:rPr>
              <a:t>Homework</a:t>
            </a:r>
            <a:endParaRPr sz="1200">
              <a:solidFill>
                <a:schemeClr val="dk1"/>
              </a:solidFill>
              <a:latin typeface="Lexend Light"/>
              <a:ea typeface="Lexend Light"/>
              <a:cs typeface="Lexend Light"/>
              <a:sym typeface="Lexend Light"/>
            </a:endParaRPr>
          </a:p>
        </p:txBody>
      </p:sp>
      <p:grpSp>
        <p:nvGrpSpPr>
          <p:cNvPr id="2250" name="Google Shape;2250;p54"/>
          <p:cNvGrpSpPr/>
          <p:nvPr/>
        </p:nvGrpSpPr>
        <p:grpSpPr>
          <a:xfrm>
            <a:off x="887871" y="1799058"/>
            <a:ext cx="714600" cy="677904"/>
            <a:chOff x="898771" y="1799058"/>
            <a:chExt cx="714600" cy="677904"/>
          </a:xfrm>
        </p:grpSpPr>
        <p:sp>
          <p:nvSpPr>
            <p:cNvPr id="2251" name="Google Shape;2251;p54"/>
            <p:cNvSpPr/>
            <p:nvPr/>
          </p:nvSpPr>
          <p:spPr>
            <a:xfrm rot="10800000">
              <a:off x="951676" y="1799058"/>
              <a:ext cx="607500" cy="607500"/>
            </a:xfrm>
            <a:prstGeom prst="round2SameRect">
              <a:avLst>
                <a:gd fmla="val 5280" name="adj1"/>
                <a:gd fmla="val 0" name="adj2"/>
              </a:avLst>
            </a:prstGeom>
            <a:solidFill>
              <a:schemeClr val="lt2"/>
            </a:solidFill>
            <a:ln>
              <a:noFill/>
            </a:ln>
            <a:effectLst>
              <a:outerShdw blurRad="57150" rotWithShape="0" algn="bl" dist="19050">
                <a:srgbClr val="000000">
                  <a:alpha val="12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1"/>
                </a:solidFill>
                <a:latin typeface="Lexend"/>
                <a:ea typeface="Lexend"/>
                <a:cs typeface="Lexend"/>
                <a:sym typeface="Lexend"/>
              </a:endParaRPr>
            </a:p>
          </p:txBody>
        </p:sp>
        <p:sp>
          <p:nvSpPr>
            <p:cNvPr id="2252" name="Google Shape;2252;p54"/>
            <p:cNvSpPr/>
            <p:nvPr/>
          </p:nvSpPr>
          <p:spPr>
            <a:xfrm>
              <a:off x="951806" y="1799176"/>
              <a:ext cx="607500" cy="1584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chemeClr val="lt2"/>
                  </a:solidFill>
                  <a:latin typeface="Lexend Light"/>
                  <a:ea typeface="Lexend Light"/>
                  <a:cs typeface="Lexend Light"/>
                  <a:sym typeface="Lexend Light"/>
                </a:rPr>
                <a:t>Monday</a:t>
              </a:r>
              <a:endParaRPr sz="800">
                <a:solidFill>
                  <a:schemeClr val="lt2"/>
                </a:solidFill>
                <a:latin typeface="Lexend Light"/>
                <a:ea typeface="Lexend Light"/>
                <a:cs typeface="Lexend Light"/>
                <a:sym typeface="Lexend Light"/>
              </a:endParaRPr>
            </a:p>
          </p:txBody>
        </p:sp>
        <p:sp>
          <p:nvSpPr>
            <p:cNvPr id="2253" name="Google Shape;2253;p54"/>
            <p:cNvSpPr txBox="1"/>
            <p:nvPr/>
          </p:nvSpPr>
          <p:spPr>
            <a:xfrm>
              <a:off x="898771" y="1903975"/>
              <a:ext cx="7146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Lexend Light"/>
                  <a:ea typeface="Lexend Light"/>
                  <a:cs typeface="Lexend Light"/>
                  <a:sym typeface="Lexend Light"/>
                </a:rPr>
                <a:t>Weeks</a:t>
              </a:r>
              <a:endParaRPr sz="1200">
                <a:solidFill>
                  <a:schemeClr val="dk1"/>
                </a:solidFill>
                <a:latin typeface="Lexend Light"/>
                <a:ea typeface="Lexend Light"/>
                <a:cs typeface="Lexend Light"/>
                <a:sym typeface="Lexend Light"/>
              </a:endParaRPr>
            </a:p>
          </p:txBody>
        </p:sp>
        <p:sp>
          <p:nvSpPr>
            <p:cNvPr id="2254" name="Google Shape;2254;p54"/>
            <p:cNvSpPr txBox="1"/>
            <p:nvPr/>
          </p:nvSpPr>
          <p:spPr>
            <a:xfrm>
              <a:off x="951706" y="2076762"/>
              <a:ext cx="607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latin typeface="Lexend Medium"/>
                  <a:ea typeface="Lexend Medium"/>
                  <a:cs typeface="Lexend Medium"/>
                  <a:sym typeface="Lexend Medium"/>
                </a:rPr>
                <a:t>4-6</a:t>
              </a:r>
              <a:endParaRPr>
                <a:solidFill>
                  <a:schemeClr val="dk1"/>
                </a:solidFill>
                <a:latin typeface="Lexend Medium"/>
                <a:ea typeface="Lexend Medium"/>
                <a:cs typeface="Lexend Medium"/>
                <a:sym typeface="Lexend Medium"/>
              </a:endParaRPr>
            </a:p>
          </p:txBody>
        </p:sp>
      </p:grpSp>
      <p:sp>
        <p:nvSpPr>
          <p:cNvPr id="2255" name="Google Shape;2255;p54"/>
          <p:cNvSpPr/>
          <p:nvPr/>
        </p:nvSpPr>
        <p:spPr>
          <a:xfrm>
            <a:off x="5587764" y="1796511"/>
            <a:ext cx="2668800" cy="605100"/>
          </a:xfrm>
          <a:prstGeom prst="roundRect">
            <a:avLst>
              <a:gd fmla="val 4934" name="adj"/>
            </a:avLst>
          </a:prstGeom>
          <a:solidFill>
            <a:schemeClr val="lt2"/>
          </a:solidFill>
          <a:ln>
            <a:noFill/>
          </a:ln>
          <a:effectLst>
            <a:outerShdw blurRad="57150" rotWithShape="0" algn="bl" dist="19050">
              <a:srgbClr val="000000">
                <a:alpha val="12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a:t>  </a:t>
            </a:r>
            <a:endParaRPr/>
          </a:p>
        </p:txBody>
      </p:sp>
      <p:sp>
        <p:nvSpPr>
          <p:cNvPr id="2256" name="Google Shape;2256;p54"/>
          <p:cNvSpPr txBox="1"/>
          <p:nvPr/>
        </p:nvSpPr>
        <p:spPr>
          <a:xfrm>
            <a:off x="2270950" y="1784300"/>
            <a:ext cx="2631600" cy="605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000">
                <a:solidFill>
                  <a:schemeClr val="dk1"/>
                </a:solidFill>
                <a:latin typeface="Lexend"/>
                <a:ea typeface="Lexend"/>
                <a:cs typeface="Lexend"/>
                <a:sym typeface="Lexend"/>
              </a:rPr>
              <a:t>Data and Alignment</a:t>
            </a:r>
            <a:r>
              <a:rPr b="1" lang="en" sz="1000">
                <a:solidFill>
                  <a:schemeClr val="dk1"/>
                </a:solidFill>
                <a:latin typeface="Lexend"/>
                <a:ea typeface="Lexend"/>
                <a:cs typeface="Lexend"/>
                <a:sym typeface="Lexend"/>
              </a:rPr>
              <a:t>: </a:t>
            </a:r>
            <a:endParaRPr sz="800">
              <a:solidFill>
                <a:schemeClr val="dk1"/>
              </a:solidFill>
              <a:latin typeface="Lexend Light"/>
              <a:ea typeface="Lexend Light"/>
              <a:cs typeface="Lexend Light"/>
              <a:sym typeface="Lexend Light"/>
            </a:endParaRPr>
          </a:p>
        </p:txBody>
      </p:sp>
      <p:sp>
        <p:nvSpPr>
          <p:cNvPr id="2257" name="Google Shape;2257;p54"/>
          <p:cNvSpPr txBox="1"/>
          <p:nvPr/>
        </p:nvSpPr>
        <p:spPr>
          <a:xfrm>
            <a:off x="5587700" y="1784300"/>
            <a:ext cx="2668800" cy="605100"/>
          </a:xfrm>
          <a:prstGeom prst="rect">
            <a:avLst/>
          </a:prstGeom>
          <a:noFill/>
          <a:ln>
            <a:noFill/>
          </a:ln>
        </p:spPr>
        <p:txBody>
          <a:bodyPr anchorCtr="0" anchor="ctr" bIns="91425" lIns="91425" spcFirstLastPara="1" rIns="91425" wrap="square" tIns="91425">
            <a:noAutofit/>
          </a:bodyPr>
          <a:lstStyle/>
          <a:p>
            <a:pPr indent="-285750" lvl="0" marL="457200" rtl="0" algn="l">
              <a:spcBef>
                <a:spcPts val="0"/>
              </a:spcBef>
              <a:spcAft>
                <a:spcPts val="0"/>
              </a:spcAft>
              <a:buClr>
                <a:schemeClr val="dk1"/>
              </a:buClr>
              <a:buSzPts val="900"/>
              <a:buFont typeface="Lexend Light"/>
              <a:buChar char="●"/>
            </a:pPr>
            <a:r>
              <a:rPr lang="en" sz="900">
                <a:solidFill>
                  <a:schemeClr val="dk1"/>
                </a:solidFill>
                <a:latin typeface="Lexend Light"/>
                <a:ea typeface="Lexend Light"/>
                <a:cs typeface="Lexend Light"/>
                <a:sym typeface="Lexend Light"/>
              </a:rPr>
              <a:t>Data audit</a:t>
            </a:r>
            <a:endParaRPr sz="900">
              <a:solidFill>
                <a:schemeClr val="dk1"/>
              </a:solidFill>
              <a:latin typeface="Lexend Light"/>
              <a:ea typeface="Lexend Light"/>
              <a:cs typeface="Lexend Light"/>
              <a:sym typeface="Lexend Light"/>
            </a:endParaRPr>
          </a:p>
          <a:p>
            <a:pPr indent="-285750" lvl="0" marL="457200" rtl="0" algn="l">
              <a:spcBef>
                <a:spcPts val="0"/>
              </a:spcBef>
              <a:spcAft>
                <a:spcPts val="0"/>
              </a:spcAft>
              <a:buClr>
                <a:schemeClr val="dk1"/>
              </a:buClr>
              <a:buSzPts val="900"/>
              <a:buFont typeface="Lexend Light"/>
              <a:buChar char="●"/>
            </a:pPr>
            <a:r>
              <a:rPr lang="en" sz="900">
                <a:solidFill>
                  <a:schemeClr val="dk1"/>
                </a:solidFill>
                <a:latin typeface="Lexend Light"/>
                <a:ea typeface="Lexend Light"/>
                <a:cs typeface="Lexend Light"/>
                <a:sym typeface="Lexend Light"/>
              </a:rPr>
              <a:t>Privacy &amp; compliance review</a:t>
            </a:r>
            <a:endParaRPr sz="900">
              <a:solidFill>
                <a:schemeClr val="dk1"/>
              </a:solidFill>
              <a:latin typeface="Lexend Light"/>
              <a:ea typeface="Lexend Light"/>
              <a:cs typeface="Lexend Light"/>
              <a:sym typeface="Lexend Light"/>
            </a:endParaRPr>
          </a:p>
          <a:p>
            <a:pPr indent="-285750" lvl="0" marL="457200" rtl="0" algn="l">
              <a:spcBef>
                <a:spcPts val="0"/>
              </a:spcBef>
              <a:spcAft>
                <a:spcPts val="0"/>
              </a:spcAft>
              <a:buClr>
                <a:schemeClr val="dk1"/>
              </a:buClr>
              <a:buSzPts val="900"/>
              <a:buFont typeface="Lexend Light"/>
              <a:buChar char="●"/>
            </a:pPr>
            <a:r>
              <a:rPr lang="en" sz="900">
                <a:solidFill>
                  <a:schemeClr val="dk1"/>
                </a:solidFill>
                <a:latin typeface="Lexend Light"/>
                <a:ea typeface="Lexend Light"/>
                <a:cs typeface="Lexend Light"/>
                <a:sym typeface="Lexend Light"/>
              </a:rPr>
              <a:t>Architecture confirmation &amp; risk assessment</a:t>
            </a:r>
            <a:endParaRPr sz="900">
              <a:solidFill>
                <a:schemeClr val="dk1"/>
              </a:solidFill>
              <a:latin typeface="Lexend Light"/>
              <a:ea typeface="Lexend Light"/>
              <a:cs typeface="Lexend Light"/>
              <a:sym typeface="Lexend Light"/>
            </a:endParaRPr>
          </a:p>
        </p:txBody>
      </p:sp>
      <p:sp>
        <p:nvSpPr>
          <p:cNvPr id="2258" name="Google Shape;2258;p54"/>
          <p:cNvSpPr/>
          <p:nvPr/>
        </p:nvSpPr>
        <p:spPr>
          <a:xfrm>
            <a:off x="2233650" y="2566659"/>
            <a:ext cx="2668800" cy="605100"/>
          </a:xfrm>
          <a:prstGeom prst="roundRect">
            <a:avLst>
              <a:gd fmla="val 4934" name="adj"/>
            </a:avLst>
          </a:prstGeom>
          <a:solidFill>
            <a:schemeClr val="lt2"/>
          </a:solidFill>
          <a:ln>
            <a:noFill/>
          </a:ln>
          <a:effectLst>
            <a:outerShdw blurRad="57150" rotWithShape="0" algn="bl" dist="19050">
              <a:srgbClr val="000000">
                <a:alpha val="12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a:t>  </a:t>
            </a:r>
            <a:endParaRPr/>
          </a:p>
        </p:txBody>
      </p:sp>
      <p:sp>
        <p:nvSpPr>
          <p:cNvPr id="2259" name="Google Shape;2259;p54"/>
          <p:cNvSpPr/>
          <p:nvPr/>
        </p:nvSpPr>
        <p:spPr>
          <a:xfrm>
            <a:off x="5587764" y="2564354"/>
            <a:ext cx="2668800" cy="605100"/>
          </a:xfrm>
          <a:prstGeom prst="roundRect">
            <a:avLst>
              <a:gd fmla="val 4934" name="adj"/>
            </a:avLst>
          </a:prstGeom>
          <a:solidFill>
            <a:schemeClr val="lt2"/>
          </a:solidFill>
          <a:ln>
            <a:noFill/>
          </a:ln>
          <a:effectLst>
            <a:outerShdw blurRad="57150" rotWithShape="0" algn="bl" dist="19050">
              <a:srgbClr val="000000">
                <a:alpha val="12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a:t>  </a:t>
            </a:r>
            <a:endParaRPr/>
          </a:p>
        </p:txBody>
      </p:sp>
      <p:sp>
        <p:nvSpPr>
          <p:cNvPr id="2260" name="Google Shape;2260;p54"/>
          <p:cNvSpPr txBox="1"/>
          <p:nvPr/>
        </p:nvSpPr>
        <p:spPr>
          <a:xfrm>
            <a:off x="2270950" y="2552147"/>
            <a:ext cx="2542200" cy="605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000">
                <a:solidFill>
                  <a:schemeClr val="dk1"/>
                </a:solidFill>
                <a:latin typeface="Lexend"/>
                <a:ea typeface="Lexend"/>
                <a:cs typeface="Lexend"/>
                <a:sym typeface="Lexend"/>
              </a:rPr>
              <a:t>Recommender and Evaluation:</a:t>
            </a:r>
            <a:endParaRPr b="1" sz="1000">
              <a:solidFill>
                <a:schemeClr val="dk1"/>
              </a:solidFill>
              <a:latin typeface="Lexend"/>
              <a:ea typeface="Lexend"/>
              <a:cs typeface="Lexend"/>
              <a:sym typeface="Lexend"/>
            </a:endParaRPr>
          </a:p>
        </p:txBody>
      </p:sp>
      <p:sp>
        <p:nvSpPr>
          <p:cNvPr id="2261" name="Google Shape;2261;p54"/>
          <p:cNvSpPr txBox="1"/>
          <p:nvPr/>
        </p:nvSpPr>
        <p:spPr>
          <a:xfrm>
            <a:off x="5587700" y="2573798"/>
            <a:ext cx="2668800" cy="554100"/>
          </a:xfrm>
          <a:prstGeom prst="rect">
            <a:avLst/>
          </a:prstGeom>
          <a:noFill/>
          <a:ln>
            <a:noFill/>
          </a:ln>
        </p:spPr>
        <p:txBody>
          <a:bodyPr anchorCtr="0" anchor="ctr" bIns="91425" lIns="91425" spcFirstLastPara="1" rIns="91425" wrap="square" tIns="91425">
            <a:noAutofit/>
          </a:bodyPr>
          <a:lstStyle/>
          <a:p>
            <a:pPr indent="-285750" lvl="0" marL="457200" rtl="0" algn="l">
              <a:spcBef>
                <a:spcPts val="0"/>
              </a:spcBef>
              <a:spcAft>
                <a:spcPts val="0"/>
              </a:spcAft>
              <a:buClr>
                <a:schemeClr val="dk1"/>
              </a:buClr>
              <a:buSzPts val="900"/>
              <a:buFont typeface="Lexend Light"/>
              <a:buChar char="●"/>
            </a:pPr>
            <a:r>
              <a:rPr lang="en" sz="900">
                <a:solidFill>
                  <a:schemeClr val="dk1"/>
                </a:solidFill>
                <a:latin typeface="Lexend Light"/>
                <a:ea typeface="Lexend Light"/>
                <a:cs typeface="Lexend Light"/>
                <a:sym typeface="Lexend Light"/>
              </a:rPr>
              <a:t>Co-borrowing similarity implementation</a:t>
            </a:r>
            <a:endParaRPr sz="900">
              <a:solidFill>
                <a:schemeClr val="dk1"/>
              </a:solidFill>
              <a:latin typeface="Lexend Light"/>
              <a:ea typeface="Lexend Light"/>
              <a:cs typeface="Lexend Light"/>
              <a:sym typeface="Lexend Light"/>
            </a:endParaRPr>
          </a:p>
          <a:p>
            <a:pPr indent="-285750" lvl="0" marL="457200" rtl="0" algn="l">
              <a:spcBef>
                <a:spcPts val="0"/>
              </a:spcBef>
              <a:spcAft>
                <a:spcPts val="0"/>
              </a:spcAft>
              <a:buClr>
                <a:schemeClr val="dk1"/>
              </a:buClr>
              <a:buSzPts val="900"/>
              <a:buFont typeface="Lexend Light"/>
              <a:buChar char="●"/>
            </a:pPr>
            <a:r>
              <a:rPr lang="en" sz="900">
                <a:solidFill>
                  <a:schemeClr val="dk1"/>
                </a:solidFill>
                <a:latin typeface="Lexend Light"/>
                <a:ea typeface="Lexend Light"/>
                <a:cs typeface="Lexend Light"/>
                <a:sym typeface="Lexend Light"/>
              </a:rPr>
              <a:t>Evaluation against baseline heuristics</a:t>
            </a:r>
            <a:endParaRPr sz="900">
              <a:solidFill>
                <a:schemeClr val="dk1"/>
              </a:solidFill>
              <a:latin typeface="Lexend Light"/>
              <a:ea typeface="Lexend Light"/>
              <a:cs typeface="Lexend Light"/>
              <a:sym typeface="Lexend Light"/>
            </a:endParaRPr>
          </a:p>
          <a:p>
            <a:pPr indent="-285750" lvl="0" marL="457200" rtl="0" algn="l">
              <a:spcBef>
                <a:spcPts val="0"/>
              </a:spcBef>
              <a:spcAft>
                <a:spcPts val="0"/>
              </a:spcAft>
              <a:buClr>
                <a:schemeClr val="dk1"/>
              </a:buClr>
              <a:buSzPts val="900"/>
              <a:buFont typeface="Lexend Light"/>
              <a:buChar char="●"/>
            </a:pPr>
            <a:r>
              <a:rPr lang="en" sz="900">
                <a:solidFill>
                  <a:schemeClr val="dk1"/>
                </a:solidFill>
                <a:latin typeface="Lexend Light"/>
                <a:ea typeface="Lexend Light"/>
                <a:cs typeface="Lexend Light"/>
                <a:sym typeface="Lexend Light"/>
              </a:rPr>
              <a:t>Explainability signal extraction</a:t>
            </a:r>
            <a:endParaRPr sz="900">
              <a:solidFill>
                <a:schemeClr val="dk1"/>
              </a:solidFill>
              <a:latin typeface="Lexend Light"/>
              <a:ea typeface="Lexend Light"/>
              <a:cs typeface="Lexend Light"/>
              <a:sym typeface="Lexend Light"/>
            </a:endParaRPr>
          </a:p>
        </p:txBody>
      </p:sp>
      <p:sp>
        <p:nvSpPr>
          <p:cNvPr id="2262" name="Google Shape;2262;p54"/>
          <p:cNvSpPr/>
          <p:nvPr/>
        </p:nvSpPr>
        <p:spPr>
          <a:xfrm>
            <a:off x="2233650" y="3342732"/>
            <a:ext cx="2668800" cy="605100"/>
          </a:xfrm>
          <a:prstGeom prst="roundRect">
            <a:avLst>
              <a:gd fmla="val 4934" name="adj"/>
            </a:avLst>
          </a:prstGeom>
          <a:solidFill>
            <a:schemeClr val="lt2"/>
          </a:solidFill>
          <a:ln>
            <a:noFill/>
          </a:ln>
          <a:effectLst>
            <a:outerShdw blurRad="57150" rotWithShape="0" algn="bl" dist="19050">
              <a:srgbClr val="000000">
                <a:alpha val="12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a:t>  </a:t>
            </a:r>
            <a:endParaRPr/>
          </a:p>
        </p:txBody>
      </p:sp>
      <p:sp>
        <p:nvSpPr>
          <p:cNvPr id="2263" name="Google Shape;2263;p54"/>
          <p:cNvSpPr/>
          <p:nvPr/>
        </p:nvSpPr>
        <p:spPr>
          <a:xfrm>
            <a:off x="5587764" y="3340427"/>
            <a:ext cx="2668800" cy="605100"/>
          </a:xfrm>
          <a:prstGeom prst="roundRect">
            <a:avLst>
              <a:gd fmla="val 4934" name="adj"/>
            </a:avLst>
          </a:prstGeom>
          <a:solidFill>
            <a:schemeClr val="lt2"/>
          </a:solidFill>
          <a:ln>
            <a:noFill/>
          </a:ln>
          <a:effectLst>
            <a:outerShdw blurRad="57150" rotWithShape="0" algn="bl" dist="19050">
              <a:srgbClr val="000000">
                <a:alpha val="12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a:t>  </a:t>
            </a:r>
            <a:endParaRPr/>
          </a:p>
        </p:txBody>
      </p:sp>
      <p:sp>
        <p:nvSpPr>
          <p:cNvPr id="2264" name="Google Shape;2264;p54"/>
          <p:cNvSpPr txBox="1"/>
          <p:nvPr/>
        </p:nvSpPr>
        <p:spPr>
          <a:xfrm>
            <a:off x="5587700" y="3357575"/>
            <a:ext cx="2668800" cy="554100"/>
          </a:xfrm>
          <a:prstGeom prst="rect">
            <a:avLst/>
          </a:prstGeom>
          <a:noFill/>
          <a:ln>
            <a:noFill/>
          </a:ln>
        </p:spPr>
        <p:txBody>
          <a:bodyPr anchorCtr="0" anchor="ctr" bIns="91425" lIns="91425" spcFirstLastPara="1" rIns="91425" wrap="square" tIns="91425">
            <a:noAutofit/>
          </a:bodyPr>
          <a:lstStyle/>
          <a:p>
            <a:pPr indent="-285750" lvl="0" marL="457200" rtl="0" algn="l">
              <a:spcBef>
                <a:spcPts val="0"/>
              </a:spcBef>
              <a:spcAft>
                <a:spcPts val="0"/>
              </a:spcAft>
              <a:buClr>
                <a:schemeClr val="dk1"/>
              </a:buClr>
              <a:buSzPts val="900"/>
              <a:buFont typeface="Lexend Light"/>
              <a:buChar char="●"/>
            </a:pPr>
            <a:r>
              <a:rPr lang="en" sz="900">
                <a:solidFill>
                  <a:schemeClr val="dk1"/>
                </a:solidFill>
                <a:latin typeface="Lexend Light"/>
                <a:ea typeface="Lexend Light"/>
                <a:cs typeface="Lexend Light"/>
                <a:sym typeface="Lexend Light"/>
              </a:rPr>
              <a:t>Intent detection policies</a:t>
            </a:r>
            <a:endParaRPr sz="900">
              <a:solidFill>
                <a:schemeClr val="dk1"/>
              </a:solidFill>
              <a:latin typeface="Lexend Light"/>
              <a:ea typeface="Lexend Light"/>
              <a:cs typeface="Lexend Light"/>
              <a:sym typeface="Lexend Light"/>
            </a:endParaRPr>
          </a:p>
          <a:p>
            <a:pPr indent="-285750" lvl="0" marL="457200" rtl="0" algn="l">
              <a:spcBef>
                <a:spcPts val="0"/>
              </a:spcBef>
              <a:spcAft>
                <a:spcPts val="0"/>
              </a:spcAft>
              <a:buClr>
                <a:schemeClr val="dk1"/>
              </a:buClr>
              <a:buSzPts val="900"/>
              <a:buFont typeface="Lexend Light"/>
              <a:buChar char="●"/>
            </a:pPr>
            <a:r>
              <a:rPr lang="en" sz="900">
                <a:solidFill>
                  <a:schemeClr val="dk1"/>
                </a:solidFill>
                <a:latin typeface="Lexend Light"/>
                <a:ea typeface="Lexend Light"/>
                <a:cs typeface="Lexend Light"/>
                <a:sym typeface="Lexend Light"/>
              </a:rPr>
              <a:t>Tool registry and routing</a:t>
            </a:r>
            <a:endParaRPr sz="900">
              <a:solidFill>
                <a:schemeClr val="dk1"/>
              </a:solidFill>
              <a:latin typeface="Lexend Light"/>
              <a:ea typeface="Lexend Light"/>
              <a:cs typeface="Lexend Light"/>
              <a:sym typeface="Lexend Light"/>
            </a:endParaRPr>
          </a:p>
          <a:p>
            <a:pPr indent="-285750" lvl="0" marL="457200" rtl="0" algn="l">
              <a:spcBef>
                <a:spcPts val="0"/>
              </a:spcBef>
              <a:spcAft>
                <a:spcPts val="0"/>
              </a:spcAft>
              <a:buClr>
                <a:schemeClr val="dk1"/>
              </a:buClr>
              <a:buSzPts val="900"/>
              <a:buFont typeface="Lexend Light"/>
              <a:buChar char="●"/>
            </a:pPr>
            <a:r>
              <a:rPr lang="en" sz="900">
                <a:solidFill>
                  <a:schemeClr val="dk1"/>
                </a:solidFill>
                <a:latin typeface="Lexend Light"/>
                <a:ea typeface="Lexend Light"/>
                <a:cs typeface="Lexend Light"/>
                <a:sym typeface="Lexend Light"/>
              </a:rPr>
              <a:t>Guardrail enforcement</a:t>
            </a:r>
            <a:endParaRPr sz="900">
              <a:solidFill>
                <a:schemeClr val="dk1"/>
              </a:solidFill>
              <a:latin typeface="Lexend Light"/>
              <a:ea typeface="Lexend Light"/>
              <a:cs typeface="Lexend Light"/>
              <a:sym typeface="Lexend Light"/>
            </a:endParaRPr>
          </a:p>
          <a:p>
            <a:pPr indent="-285750" lvl="0" marL="457200" rtl="0" algn="l">
              <a:spcBef>
                <a:spcPts val="0"/>
              </a:spcBef>
              <a:spcAft>
                <a:spcPts val="0"/>
              </a:spcAft>
              <a:buClr>
                <a:schemeClr val="dk1"/>
              </a:buClr>
              <a:buSzPts val="900"/>
              <a:buFont typeface="Lexend Light"/>
              <a:buChar char="●"/>
            </a:pPr>
            <a:r>
              <a:rPr lang="en" sz="900">
                <a:solidFill>
                  <a:schemeClr val="dk1"/>
                </a:solidFill>
                <a:latin typeface="Lexend Light"/>
                <a:ea typeface="Lexend Light"/>
                <a:cs typeface="Lexend Light"/>
                <a:sym typeface="Lexend Light"/>
              </a:rPr>
              <a:t>Observability event schema</a:t>
            </a:r>
            <a:endParaRPr sz="900">
              <a:solidFill>
                <a:schemeClr val="dk1"/>
              </a:solidFill>
              <a:latin typeface="Lexend Light"/>
              <a:ea typeface="Lexend Light"/>
              <a:cs typeface="Lexend Light"/>
              <a:sym typeface="Lexend Light"/>
            </a:endParaRPr>
          </a:p>
        </p:txBody>
      </p:sp>
      <p:sp>
        <p:nvSpPr>
          <p:cNvPr id="2265" name="Google Shape;2265;p54"/>
          <p:cNvSpPr/>
          <p:nvPr/>
        </p:nvSpPr>
        <p:spPr>
          <a:xfrm>
            <a:off x="2233650" y="4112709"/>
            <a:ext cx="2668800" cy="605100"/>
          </a:xfrm>
          <a:prstGeom prst="roundRect">
            <a:avLst>
              <a:gd fmla="val 4934" name="adj"/>
            </a:avLst>
          </a:prstGeom>
          <a:solidFill>
            <a:schemeClr val="lt2"/>
          </a:solidFill>
          <a:ln>
            <a:noFill/>
          </a:ln>
          <a:effectLst>
            <a:outerShdw blurRad="57150" rotWithShape="0" algn="bl" dist="19050">
              <a:srgbClr val="000000">
                <a:alpha val="12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a:t>  </a:t>
            </a:r>
            <a:endParaRPr/>
          </a:p>
        </p:txBody>
      </p:sp>
      <p:sp>
        <p:nvSpPr>
          <p:cNvPr id="2266" name="Google Shape;2266;p54"/>
          <p:cNvSpPr/>
          <p:nvPr/>
        </p:nvSpPr>
        <p:spPr>
          <a:xfrm>
            <a:off x="5587764" y="4110404"/>
            <a:ext cx="2668800" cy="605100"/>
          </a:xfrm>
          <a:prstGeom prst="roundRect">
            <a:avLst>
              <a:gd fmla="val 4934" name="adj"/>
            </a:avLst>
          </a:prstGeom>
          <a:solidFill>
            <a:schemeClr val="lt2"/>
          </a:solidFill>
          <a:ln>
            <a:noFill/>
          </a:ln>
          <a:effectLst>
            <a:outerShdw blurRad="57150" rotWithShape="0" algn="bl" dist="19050">
              <a:srgbClr val="000000">
                <a:alpha val="12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a:t>  </a:t>
            </a:r>
            <a:endParaRPr/>
          </a:p>
        </p:txBody>
      </p:sp>
      <p:sp>
        <p:nvSpPr>
          <p:cNvPr id="2267" name="Google Shape;2267;p54"/>
          <p:cNvSpPr txBox="1"/>
          <p:nvPr/>
        </p:nvSpPr>
        <p:spPr>
          <a:xfrm>
            <a:off x="5587775" y="4130675"/>
            <a:ext cx="2631600" cy="605100"/>
          </a:xfrm>
          <a:prstGeom prst="rect">
            <a:avLst/>
          </a:prstGeom>
          <a:noFill/>
          <a:ln>
            <a:noFill/>
          </a:ln>
        </p:spPr>
        <p:txBody>
          <a:bodyPr anchorCtr="0" anchor="ctr" bIns="91425" lIns="91425" spcFirstLastPara="1" rIns="91425" wrap="square" tIns="91425">
            <a:noAutofit/>
          </a:bodyPr>
          <a:lstStyle/>
          <a:p>
            <a:pPr indent="-285750" lvl="0" marL="457200" rtl="0" algn="l">
              <a:spcBef>
                <a:spcPts val="0"/>
              </a:spcBef>
              <a:spcAft>
                <a:spcPts val="0"/>
              </a:spcAft>
              <a:buClr>
                <a:schemeClr val="dk1"/>
              </a:buClr>
              <a:buSzPts val="900"/>
              <a:buFont typeface="Lexend Light"/>
              <a:buChar char="●"/>
            </a:pPr>
            <a:r>
              <a:rPr lang="en" sz="900">
                <a:solidFill>
                  <a:schemeClr val="dk1"/>
                </a:solidFill>
                <a:latin typeface="Lexend Light"/>
                <a:ea typeface="Lexend Light"/>
                <a:cs typeface="Lexend Light"/>
                <a:sym typeface="Lexend Light"/>
              </a:rPr>
              <a:t>Librarian concierge UI</a:t>
            </a:r>
            <a:endParaRPr sz="900">
              <a:solidFill>
                <a:schemeClr val="dk1"/>
              </a:solidFill>
              <a:latin typeface="Lexend Light"/>
              <a:ea typeface="Lexend Light"/>
              <a:cs typeface="Lexend Light"/>
              <a:sym typeface="Lexend Light"/>
            </a:endParaRPr>
          </a:p>
          <a:p>
            <a:pPr indent="-285750" lvl="0" marL="457200" rtl="0" algn="l">
              <a:spcBef>
                <a:spcPts val="0"/>
              </a:spcBef>
              <a:spcAft>
                <a:spcPts val="0"/>
              </a:spcAft>
              <a:buClr>
                <a:schemeClr val="dk1"/>
              </a:buClr>
              <a:buSzPts val="900"/>
              <a:buFont typeface="Lexend Light"/>
              <a:buChar char="●"/>
            </a:pPr>
            <a:r>
              <a:rPr lang="en" sz="900">
                <a:solidFill>
                  <a:schemeClr val="dk1"/>
                </a:solidFill>
                <a:latin typeface="Lexend Light"/>
                <a:ea typeface="Lexend Light"/>
                <a:cs typeface="Lexend Light"/>
                <a:sym typeface="Lexend Light"/>
              </a:rPr>
              <a:t>Onboarding flows</a:t>
            </a:r>
            <a:endParaRPr sz="900">
              <a:solidFill>
                <a:schemeClr val="dk1"/>
              </a:solidFill>
              <a:latin typeface="Lexend Light"/>
              <a:ea typeface="Lexend Light"/>
              <a:cs typeface="Lexend Light"/>
              <a:sym typeface="Lexend Light"/>
            </a:endParaRPr>
          </a:p>
          <a:p>
            <a:pPr indent="-285750" lvl="0" marL="457200" rtl="0" algn="l">
              <a:spcBef>
                <a:spcPts val="0"/>
              </a:spcBef>
              <a:spcAft>
                <a:spcPts val="0"/>
              </a:spcAft>
              <a:buClr>
                <a:schemeClr val="dk1"/>
              </a:buClr>
              <a:buSzPts val="900"/>
              <a:buFont typeface="Lexend Light"/>
              <a:buChar char="●"/>
            </a:pPr>
            <a:r>
              <a:rPr lang="en" sz="900">
                <a:solidFill>
                  <a:schemeClr val="dk1"/>
                </a:solidFill>
                <a:latin typeface="Lexend Light"/>
                <a:ea typeface="Lexend Light"/>
                <a:cs typeface="Lexend Light"/>
                <a:sym typeface="Lexend Light"/>
              </a:rPr>
              <a:t>Availability + holds</a:t>
            </a:r>
            <a:endParaRPr sz="800">
              <a:solidFill>
                <a:schemeClr val="dk1"/>
              </a:solidFill>
              <a:latin typeface="Lexend Light"/>
              <a:ea typeface="Lexend Light"/>
              <a:cs typeface="Lexend Light"/>
              <a:sym typeface="Lexend Light"/>
            </a:endParaRPr>
          </a:p>
        </p:txBody>
      </p:sp>
      <p:grpSp>
        <p:nvGrpSpPr>
          <p:cNvPr id="2268" name="Google Shape;2268;p54"/>
          <p:cNvGrpSpPr/>
          <p:nvPr/>
        </p:nvGrpSpPr>
        <p:grpSpPr>
          <a:xfrm>
            <a:off x="940776" y="2571758"/>
            <a:ext cx="607629" cy="677904"/>
            <a:chOff x="951676" y="1799058"/>
            <a:chExt cx="607629" cy="677904"/>
          </a:xfrm>
        </p:grpSpPr>
        <p:sp>
          <p:nvSpPr>
            <p:cNvPr id="2269" name="Google Shape;2269;p54"/>
            <p:cNvSpPr/>
            <p:nvPr/>
          </p:nvSpPr>
          <p:spPr>
            <a:xfrm rot="10800000">
              <a:off x="951676" y="1799058"/>
              <a:ext cx="607500" cy="607500"/>
            </a:xfrm>
            <a:prstGeom prst="round2SameRect">
              <a:avLst>
                <a:gd fmla="val 5280" name="adj1"/>
                <a:gd fmla="val 0" name="adj2"/>
              </a:avLst>
            </a:prstGeom>
            <a:solidFill>
              <a:schemeClr val="lt2"/>
            </a:solidFill>
            <a:ln>
              <a:noFill/>
            </a:ln>
            <a:effectLst>
              <a:outerShdw blurRad="57150" rotWithShape="0" algn="bl" dist="19050">
                <a:srgbClr val="000000">
                  <a:alpha val="12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1"/>
                </a:solidFill>
                <a:latin typeface="Lexend"/>
                <a:ea typeface="Lexend"/>
                <a:cs typeface="Lexend"/>
                <a:sym typeface="Lexend"/>
              </a:endParaRPr>
            </a:p>
          </p:txBody>
        </p:sp>
        <p:sp>
          <p:nvSpPr>
            <p:cNvPr id="2270" name="Google Shape;2270;p54"/>
            <p:cNvSpPr/>
            <p:nvPr/>
          </p:nvSpPr>
          <p:spPr>
            <a:xfrm>
              <a:off x="951806" y="1799176"/>
              <a:ext cx="607500" cy="1584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chemeClr val="lt2"/>
                  </a:solidFill>
                  <a:latin typeface="Lexend Light"/>
                  <a:ea typeface="Lexend Light"/>
                  <a:cs typeface="Lexend Light"/>
                  <a:sym typeface="Lexend Light"/>
                </a:rPr>
                <a:t>Monday</a:t>
              </a:r>
              <a:endParaRPr sz="800">
                <a:solidFill>
                  <a:schemeClr val="lt2"/>
                </a:solidFill>
                <a:latin typeface="Lexend Light"/>
                <a:ea typeface="Lexend Light"/>
                <a:cs typeface="Lexend Light"/>
                <a:sym typeface="Lexend Light"/>
              </a:endParaRPr>
            </a:p>
          </p:txBody>
        </p:sp>
        <p:sp>
          <p:nvSpPr>
            <p:cNvPr id="2271" name="Google Shape;2271;p54"/>
            <p:cNvSpPr txBox="1"/>
            <p:nvPr/>
          </p:nvSpPr>
          <p:spPr>
            <a:xfrm>
              <a:off x="951738" y="1903972"/>
              <a:ext cx="6075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Lexend Light"/>
                  <a:ea typeface="Lexend Light"/>
                  <a:cs typeface="Lexend Light"/>
                  <a:sym typeface="Lexend Light"/>
                </a:rPr>
                <a:t>May</a:t>
              </a:r>
              <a:endParaRPr sz="1200">
                <a:solidFill>
                  <a:schemeClr val="dk1"/>
                </a:solidFill>
                <a:latin typeface="Lexend Light"/>
                <a:ea typeface="Lexend Light"/>
                <a:cs typeface="Lexend Light"/>
                <a:sym typeface="Lexend Light"/>
              </a:endParaRPr>
            </a:p>
          </p:txBody>
        </p:sp>
        <p:sp>
          <p:nvSpPr>
            <p:cNvPr id="2272" name="Google Shape;2272;p54"/>
            <p:cNvSpPr txBox="1"/>
            <p:nvPr/>
          </p:nvSpPr>
          <p:spPr>
            <a:xfrm>
              <a:off x="951706" y="2076762"/>
              <a:ext cx="607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latin typeface="Lexend Medium"/>
                  <a:ea typeface="Lexend Medium"/>
                  <a:cs typeface="Lexend Medium"/>
                  <a:sym typeface="Lexend Medium"/>
                </a:rPr>
                <a:t>4-5</a:t>
              </a:r>
              <a:endParaRPr>
                <a:solidFill>
                  <a:schemeClr val="dk1"/>
                </a:solidFill>
                <a:latin typeface="Lexend Medium"/>
                <a:ea typeface="Lexend Medium"/>
                <a:cs typeface="Lexend Medium"/>
                <a:sym typeface="Lexend Medium"/>
              </a:endParaRPr>
            </a:p>
          </p:txBody>
        </p:sp>
      </p:grpSp>
      <p:grpSp>
        <p:nvGrpSpPr>
          <p:cNvPr id="2273" name="Google Shape;2273;p54"/>
          <p:cNvGrpSpPr/>
          <p:nvPr/>
        </p:nvGrpSpPr>
        <p:grpSpPr>
          <a:xfrm>
            <a:off x="940776" y="3344458"/>
            <a:ext cx="607629" cy="677904"/>
            <a:chOff x="951676" y="1799058"/>
            <a:chExt cx="607629" cy="677904"/>
          </a:xfrm>
        </p:grpSpPr>
        <p:sp>
          <p:nvSpPr>
            <p:cNvPr id="2274" name="Google Shape;2274;p54"/>
            <p:cNvSpPr/>
            <p:nvPr/>
          </p:nvSpPr>
          <p:spPr>
            <a:xfrm rot="10800000">
              <a:off x="951676" y="1799058"/>
              <a:ext cx="607500" cy="607500"/>
            </a:xfrm>
            <a:prstGeom prst="round2SameRect">
              <a:avLst>
                <a:gd fmla="val 5280" name="adj1"/>
                <a:gd fmla="val 0" name="adj2"/>
              </a:avLst>
            </a:prstGeom>
            <a:solidFill>
              <a:schemeClr val="lt2"/>
            </a:solidFill>
            <a:ln>
              <a:noFill/>
            </a:ln>
            <a:effectLst>
              <a:outerShdw blurRad="57150" rotWithShape="0" algn="bl" dist="19050">
                <a:srgbClr val="000000">
                  <a:alpha val="12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1"/>
                </a:solidFill>
                <a:latin typeface="Lexend"/>
                <a:ea typeface="Lexend"/>
                <a:cs typeface="Lexend"/>
                <a:sym typeface="Lexend"/>
              </a:endParaRPr>
            </a:p>
          </p:txBody>
        </p:sp>
        <p:sp>
          <p:nvSpPr>
            <p:cNvPr id="2275" name="Google Shape;2275;p54"/>
            <p:cNvSpPr/>
            <p:nvPr/>
          </p:nvSpPr>
          <p:spPr>
            <a:xfrm>
              <a:off x="951806" y="1799176"/>
              <a:ext cx="607500" cy="1584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chemeClr val="lt2"/>
                  </a:solidFill>
                  <a:latin typeface="Lexend Light"/>
                  <a:ea typeface="Lexend Light"/>
                  <a:cs typeface="Lexend Light"/>
                  <a:sym typeface="Lexend Light"/>
                </a:rPr>
                <a:t>Monday</a:t>
              </a:r>
              <a:endParaRPr sz="800">
                <a:solidFill>
                  <a:schemeClr val="lt2"/>
                </a:solidFill>
                <a:latin typeface="Lexend Light"/>
                <a:ea typeface="Lexend Light"/>
                <a:cs typeface="Lexend Light"/>
                <a:sym typeface="Lexend Light"/>
              </a:endParaRPr>
            </a:p>
          </p:txBody>
        </p:sp>
        <p:sp>
          <p:nvSpPr>
            <p:cNvPr id="2276" name="Google Shape;2276;p54"/>
            <p:cNvSpPr txBox="1"/>
            <p:nvPr/>
          </p:nvSpPr>
          <p:spPr>
            <a:xfrm>
              <a:off x="951738" y="1903972"/>
              <a:ext cx="6075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Lexend Light"/>
                  <a:ea typeface="Lexend Light"/>
                  <a:cs typeface="Lexend Light"/>
                  <a:sym typeface="Lexend Light"/>
                </a:rPr>
                <a:t>May</a:t>
              </a:r>
              <a:endParaRPr sz="1200">
                <a:solidFill>
                  <a:schemeClr val="dk1"/>
                </a:solidFill>
                <a:latin typeface="Lexend Light"/>
                <a:ea typeface="Lexend Light"/>
                <a:cs typeface="Lexend Light"/>
                <a:sym typeface="Lexend Light"/>
              </a:endParaRPr>
            </a:p>
          </p:txBody>
        </p:sp>
        <p:sp>
          <p:nvSpPr>
            <p:cNvPr id="2277" name="Google Shape;2277;p54"/>
            <p:cNvSpPr txBox="1"/>
            <p:nvPr/>
          </p:nvSpPr>
          <p:spPr>
            <a:xfrm>
              <a:off x="951706" y="2076762"/>
              <a:ext cx="607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latin typeface="Lexend Medium"/>
                  <a:ea typeface="Lexend Medium"/>
                  <a:cs typeface="Lexend Medium"/>
                  <a:sym typeface="Lexend Medium"/>
                </a:rPr>
                <a:t>3-4</a:t>
              </a:r>
              <a:endParaRPr>
                <a:solidFill>
                  <a:schemeClr val="dk1"/>
                </a:solidFill>
                <a:latin typeface="Lexend Medium"/>
                <a:ea typeface="Lexend Medium"/>
                <a:cs typeface="Lexend Medium"/>
                <a:sym typeface="Lexend Medium"/>
              </a:endParaRPr>
            </a:p>
          </p:txBody>
        </p:sp>
      </p:grpSp>
      <p:grpSp>
        <p:nvGrpSpPr>
          <p:cNvPr id="2278" name="Google Shape;2278;p54"/>
          <p:cNvGrpSpPr/>
          <p:nvPr/>
        </p:nvGrpSpPr>
        <p:grpSpPr>
          <a:xfrm>
            <a:off x="940776" y="4117158"/>
            <a:ext cx="607629" cy="677904"/>
            <a:chOff x="951676" y="1799058"/>
            <a:chExt cx="607629" cy="677904"/>
          </a:xfrm>
        </p:grpSpPr>
        <p:sp>
          <p:nvSpPr>
            <p:cNvPr id="2279" name="Google Shape;2279;p54"/>
            <p:cNvSpPr/>
            <p:nvPr/>
          </p:nvSpPr>
          <p:spPr>
            <a:xfrm rot="10800000">
              <a:off x="951676" y="1799058"/>
              <a:ext cx="607500" cy="607500"/>
            </a:xfrm>
            <a:prstGeom prst="round2SameRect">
              <a:avLst>
                <a:gd fmla="val 5280" name="adj1"/>
                <a:gd fmla="val 0" name="adj2"/>
              </a:avLst>
            </a:prstGeom>
            <a:solidFill>
              <a:schemeClr val="lt2"/>
            </a:solidFill>
            <a:ln>
              <a:noFill/>
            </a:ln>
            <a:effectLst>
              <a:outerShdw blurRad="57150" rotWithShape="0" algn="bl" dist="19050">
                <a:srgbClr val="000000">
                  <a:alpha val="12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1"/>
                </a:solidFill>
                <a:latin typeface="Lexend"/>
                <a:ea typeface="Lexend"/>
                <a:cs typeface="Lexend"/>
                <a:sym typeface="Lexend"/>
              </a:endParaRPr>
            </a:p>
          </p:txBody>
        </p:sp>
        <p:sp>
          <p:nvSpPr>
            <p:cNvPr id="2280" name="Google Shape;2280;p54"/>
            <p:cNvSpPr/>
            <p:nvPr/>
          </p:nvSpPr>
          <p:spPr>
            <a:xfrm>
              <a:off x="951806" y="1799176"/>
              <a:ext cx="607500" cy="1584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chemeClr val="lt2"/>
                  </a:solidFill>
                  <a:latin typeface="Lexend Light"/>
                  <a:ea typeface="Lexend Light"/>
                  <a:cs typeface="Lexend Light"/>
                  <a:sym typeface="Lexend Light"/>
                </a:rPr>
                <a:t>Monday</a:t>
              </a:r>
              <a:endParaRPr sz="800">
                <a:solidFill>
                  <a:schemeClr val="lt2"/>
                </a:solidFill>
                <a:latin typeface="Lexend Light"/>
                <a:ea typeface="Lexend Light"/>
                <a:cs typeface="Lexend Light"/>
                <a:sym typeface="Lexend Light"/>
              </a:endParaRPr>
            </a:p>
          </p:txBody>
        </p:sp>
        <p:sp>
          <p:nvSpPr>
            <p:cNvPr id="2281" name="Google Shape;2281;p54"/>
            <p:cNvSpPr txBox="1"/>
            <p:nvPr/>
          </p:nvSpPr>
          <p:spPr>
            <a:xfrm>
              <a:off x="951738" y="1903972"/>
              <a:ext cx="6075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Lexend Light"/>
                  <a:ea typeface="Lexend Light"/>
                  <a:cs typeface="Lexend Light"/>
                  <a:sym typeface="Lexend Light"/>
                </a:rPr>
                <a:t>May</a:t>
              </a:r>
              <a:endParaRPr sz="1200">
                <a:solidFill>
                  <a:schemeClr val="dk1"/>
                </a:solidFill>
                <a:latin typeface="Lexend Light"/>
                <a:ea typeface="Lexend Light"/>
                <a:cs typeface="Lexend Light"/>
                <a:sym typeface="Lexend Light"/>
              </a:endParaRPr>
            </a:p>
          </p:txBody>
        </p:sp>
        <p:sp>
          <p:nvSpPr>
            <p:cNvPr id="2282" name="Google Shape;2282;p54"/>
            <p:cNvSpPr txBox="1"/>
            <p:nvPr/>
          </p:nvSpPr>
          <p:spPr>
            <a:xfrm>
              <a:off x="951706" y="2076762"/>
              <a:ext cx="607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latin typeface="Lexend Medium"/>
                  <a:ea typeface="Lexend Medium"/>
                  <a:cs typeface="Lexend Medium"/>
                  <a:sym typeface="Lexend Medium"/>
                </a:rPr>
                <a:t>4-6</a:t>
              </a:r>
              <a:endParaRPr>
                <a:solidFill>
                  <a:schemeClr val="dk1"/>
                </a:solidFill>
                <a:latin typeface="Lexend Medium"/>
                <a:ea typeface="Lexend Medium"/>
                <a:cs typeface="Lexend Medium"/>
                <a:sym typeface="Lexend Medium"/>
              </a:endParaRPr>
            </a:p>
          </p:txBody>
        </p:sp>
      </p:grpSp>
      <p:sp>
        <p:nvSpPr>
          <p:cNvPr id="2283" name="Google Shape;2283;p54"/>
          <p:cNvSpPr txBox="1"/>
          <p:nvPr>
            <p:ph idx="1" type="body"/>
          </p:nvPr>
        </p:nvSpPr>
        <p:spPr>
          <a:xfrm>
            <a:off x="7509125" y="-39600"/>
            <a:ext cx="1524900" cy="431100"/>
          </a:xfrm>
          <a:prstGeom prst="rect">
            <a:avLst/>
          </a:prstGeom>
        </p:spPr>
        <p:txBody>
          <a:bodyPr anchorCtr="0" anchor="t" bIns="91425" lIns="91425" spcFirstLastPara="1" rIns="91425" wrap="square" tIns="91425">
            <a:spAutoFit/>
          </a:bodyPr>
          <a:lstStyle/>
          <a:p>
            <a:pPr indent="0" lvl="0" marL="0" rtl="0" algn="r">
              <a:spcBef>
                <a:spcPts val="0"/>
              </a:spcBef>
              <a:spcAft>
                <a:spcPts val="0"/>
              </a:spcAft>
              <a:buClr>
                <a:schemeClr val="dk1"/>
              </a:buClr>
              <a:buSzPts val="1100"/>
              <a:buNone/>
            </a:pPr>
            <a:r>
              <a:rPr lang="en"/>
              <a:t>DATE</a:t>
            </a:r>
            <a:endParaRPr/>
          </a:p>
          <a:p>
            <a:pPr indent="0" lvl="0" marL="0" rtl="0" algn="r">
              <a:spcBef>
                <a:spcPts val="0"/>
              </a:spcBef>
              <a:spcAft>
                <a:spcPts val="0"/>
              </a:spcAft>
              <a:buNone/>
            </a:pPr>
            <a:r>
              <a:t/>
            </a:r>
            <a:endParaRPr/>
          </a:p>
        </p:txBody>
      </p:sp>
      <p:grpSp>
        <p:nvGrpSpPr>
          <p:cNvPr id="2284" name="Google Shape;2284;p54"/>
          <p:cNvGrpSpPr/>
          <p:nvPr/>
        </p:nvGrpSpPr>
        <p:grpSpPr>
          <a:xfrm>
            <a:off x="887246" y="2571758"/>
            <a:ext cx="714600" cy="677904"/>
            <a:chOff x="898771" y="1799058"/>
            <a:chExt cx="714600" cy="677904"/>
          </a:xfrm>
        </p:grpSpPr>
        <p:sp>
          <p:nvSpPr>
            <p:cNvPr id="2285" name="Google Shape;2285;p54"/>
            <p:cNvSpPr/>
            <p:nvPr/>
          </p:nvSpPr>
          <p:spPr>
            <a:xfrm rot="10800000">
              <a:off x="951676" y="1799058"/>
              <a:ext cx="607500" cy="607500"/>
            </a:xfrm>
            <a:prstGeom prst="round2SameRect">
              <a:avLst>
                <a:gd fmla="val 5280" name="adj1"/>
                <a:gd fmla="val 0" name="adj2"/>
              </a:avLst>
            </a:prstGeom>
            <a:solidFill>
              <a:schemeClr val="lt2"/>
            </a:solidFill>
            <a:ln>
              <a:noFill/>
            </a:ln>
            <a:effectLst>
              <a:outerShdw blurRad="57150" rotWithShape="0" algn="bl" dist="19050">
                <a:srgbClr val="000000">
                  <a:alpha val="12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1"/>
                </a:solidFill>
                <a:latin typeface="Lexend"/>
                <a:ea typeface="Lexend"/>
                <a:cs typeface="Lexend"/>
                <a:sym typeface="Lexend"/>
              </a:endParaRPr>
            </a:p>
          </p:txBody>
        </p:sp>
        <p:sp>
          <p:nvSpPr>
            <p:cNvPr id="2286" name="Google Shape;2286;p54"/>
            <p:cNvSpPr/>
            <p:nvPr/>
          </p:nvSpPr>
          <p:spPr>
            <a:xfrm>
              <a:off x="951806" y="1799176"/>
              <a:ext cx="607500" cy="1584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chemeClr val="lt2"/>
                  </a:solidFill>
                  <a:latin typeface="Lexend Light"/>
                  <a:ea typeface="Lexend Light"/>
                  <a:cs typeface="Lexend Light"/>
                  <a:sym typeface="Lexend Light"/>
                </a:rPr>
                <a:t>Monday</a:t>
              </a:r>
              <a:endParaRPr sz="800">
                <a:solidFill>
                  <a:schemeClr val="lt2"/>
                </a:solidFill>
                <a:latin typeface="Lexend Light"/>
                <a:ea typeface="Lexend Light"/>
                <a:cs typeface="Lexend Light"/>
                <a:sym typeface="Lexend Light"/>
              </a:endParaRPr>
            </a:p>
          </p:txBody>
        </p:sp>
        <p:sp>
          <p:nvSpPr>
            <p:cNvPr id="2287" name="Google Shape;2287;p54"/>
            <p:cNvSpPr txBox="1"/>
            <p:nvPr/>
          </p:nvSpPr>
          <p:spPr>
            <a:xfrm>
              <a:off x="898771" y="1903975"/>
              <a:ext cx="7146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Lexend Light"/>
                  <a:ea typeface="Lexend Light"/>
                  <a:cs typeface="Lexend Light"/>
                  <a:sym typeface="Lexend Light"/>
                </a:rPr>
                <a:t>Weeks</a:t>
              </a:r>
              <a:endParaRPr sz="1200">
                <a:solidFill>
                  <a:schemeClr val="dk1"/>
                </a:solidFill>
                <a:latin typeface="Lexend Light"/>
                <a:ea typeface="Lexend Light"/>
                <a:cs typeface="Lexend Light"/>
                <a:sym typeface="Lexend Light"/>
              </a:endParaRPr>
            </a:p>
          </p:txBody>
        </p:sp>
        <p:sp>
          <p:nvSpPr>
            <p:cNvPr id="2288" name="Google Shape;2288;p54"/>
            <p:cNvSpPr txBox="1"/>
            <p:nvPr/>
          </p:nvSpPr>
          <p:spPr>
            <a:xfrm>
              <a:off x="951706" y="2076762"/>
              <a:ext cx="607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latin typeface="Lexend Medium"/>
                  <a:ea typeface="Lexend Medium"/>
                  <a:cs typeface="Lexend Medium"/>
                  <a:sym typeface="Lexend Medium"/>
                </a:rPr>
                <a:t>4-5</a:t>
              </a:r>
              <a:endParaRPr>
                <a:solidFill>
                  <a:schemeClr val="dk1"/>
                </a:solidFill>
                <a:latin typeface="Lexend Medium"/>
                <a:ea typeface="Lexend Medium"/>
                <a:cs typeface="Lexend Medium"/>
                <a:sym typeface="Lexend Medium"/>
              </a:endParaRPr>
            </a:p>
          </p:txBody>
        </p:sp>
      </p:grpSp>
      <p:sp>
        <p:nvSpPr>
          <p:cNvPr id="2289" name="Google Shape;2289;p54"/>
          <p:cNvSpPr txBox="1"/>
          <p:nvPr/>
        </p:nvSpPr>
        <p:spPr>
          <a:xfrm>
            <a:off x="2252250" y="3359202"/>
            <a:ext cx="2631600" cy="605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000">
                <a:solidFill>
                  <a:schemeClr val="dk1"/>
                </a:solidFill>
                <a:latin typeface="Lexend"/>
                <a:ea typeface="Lexend"/>
                <a:cs typeface="Lexend"/>
                <a:sym typeface="Lexend"/>
              </a:rPr>
              <a:t>Agent Engine &amp; Tools:</a:t>
            </a:r>
            <a:r>
              <a:rPr b="1" lang="en" sz="1000">
                <a:solidFill>
                  <a:schemeClr val="dk1"/>
                </a:solidFill>
                <a:latin typeface="Lexend"/>
                <a:ea typeface="Lexend"/>
                <a:cs typeface="Lexend"/>
                <a:sym typeface="Lexend"/>
              </a:rPr>
              <a:t> </a:t>
            </a:r>
            <a:endParaRPr sz="800">
              <a:solidFill>
                <a:schemeClr val="dk1"/>
              </a:solidFill>
              <a:latin typeface="Lexend Light"/>
              <a:ea typeface="Lexend Light"/>
              <a:cs typeface="Lexend Light"/>
              <a:sym typeface="Lexend Light"/>
            </a:endParaRPr>
          </a:p>
        </p:txBody>
      </p:sp>
      <p:sp>
        <p:nvSpPr>
          <p:cNvPr id="2290" name="Google Shape;2290;p54"/>
          <p:cNvSpPr txBox="1"/>
          <p:nvPr/>
        </p:nvSpPr>
        <p:spPr>
          <a:xfrm>
            <a:off x="2252288" y="4107976"/>
            <a:ext cx="2631600" cy="605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000">
                <a:solidFill>
                  <a:schemeClr val="dk1"/>
                </a:solidFill>
                <a:latin typeface="Lexend"/>
                <a:ea typeface="Lexend"/>
                <a:cs typeface="Lexend"/>
                <a:sym typeface="Lexend"/>
              </a:rPr>
              <a:t>UI &amp; Experience</a:t>
            </a:r>
            <a:r>
              <a:rPr b="1" lang="en" sz="1000">
                <a:solidFill>
                  <a:schemeClr val="dk1"/>
                </a:solidFill>
                <a:latin typeface="Lexend"/>
                <a:ea typeface="Lexend"/>
                <a:cs typeface="Lexend"/>
                <a:sym typeface="Lexend"/>
              </a:rPr>
              <a:t>: </a:t>
            </a:r>
            <a:endParaRPr sz="800">
              <a:solidFill>
                <a:schemeClr val="dk1"/>
              </a:solidFill>
              <a:latin typeface="Lexend Light"/>
              <a:ea typeface="Lexend Light"/>
              <a:cs typeface="Lexend Light"/>
              <a:sym typeface="Lexend Light"/>
            </a:endParaRPr>
          </a:p>
        </p:txBody>
      </p:sp>
      <p:grpSp>
        <p:nvGrpSpPr>
          <p:cNvPr id="2291" name="Google Shape;2291;p54"/>
          <p:cNvGrpSpPr/>
          <p:nvPr/>
        </p:nvGrpSpPr>
        <p:grpSpPr>
          <a:xfrm>
            <a:off x="888184" y="3344458"/>
            <a:ext cx="714600" cy="677904"/>
            <a:chOff x="898771" y="1799058"/>
            <a:chExt cx="714600" cy="677904"/>
          </a:xfrm>
        </p:grpSpPr>
        <p:sp>
          <p:nvSpPr>
            <p:cNvPr id="2292" name="Google Shape;2292;p54"/>
            <p:cNvSpPr/>
            <p:nvPr/>
          </p:nvSpPr>
          <p:spPr>
            <a:xfrm rot="10800000">
              <a:off x="951676" y="1799058"/>
              <a:ext cx="607500" cy="607500"/>
            </a:xfrm>
            <a:prstGeom prst="round2SameRect">
              <a:avLst>
                <a:gd fmla="val 5280" name="adj1"/>
                <a:gd fmla="val 0" name="adj2"/>
              </a:avLst>
            </a:prstGeom>
            <a:solidFill>
              <a:schemeClr val="lt2"/>
            </a:solidFill>
            <a:ln>
              <a:noFill/>
            </a:ln>
            <a:effectLst>
              <a:outerShdw blurRad="57150" rotWithShape="0" algn="bl" dist="19050">
                <a:srgbClr val="000000">
                  <a:alpha val="12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1"/>
                </a:solidFill>
                <a:latin typeface="Lexend"/>
                <a:ea typeface="Lexend"/>
                <a:cs typeface="Lexend"/>
                <a:sym typeface="Lexend"/>
              </a:endParaRPr>
            </a:p>
          </p:txBody>
        </p:sp>
        <p:sp>
          <p:nvSpPr>
            <p:cNvPr id="2293" name="Google Shape;2293;p54"/>
            <p:cNvSpPr/>
            <p:nvPr/>
          </p:nvSpPr>
          <p:spPr>
            <a:xfrm>
              <a:off x="951806" y="1799176"/>
              <a:ext cx="607500" cy="1584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chemeClr val="lt2"/>
                  </a:solidFill>
                  <a:latin typeface="Lexend Light"/>
                  <a:ea typeface="Lexend Light"/>
                  <a:cs typeface="Lexend Light"/>
                  <a:sym typeface="Lexend Light"/>
                </a:rPr>
                <a:t>Monday</a:t>
              </a:r>
              <a:endParaRPr sz="800">
                <a:solidFill>
                  <a:schemeClr val="lt2"/>
                </a:solidFill>
                <a:latin typeface="Lexend Light"/>
                <a:ea typeface="Lexend Light"/>
                <a:cs typeface="Lexend Light"/>
                <a:sym typeface="Lexend Light"/>
              </a:endParaRPr>
            </a:p>
          </p:txBody>
        </p:sp>
        <p:sp>
          <p:nvSpPr>
            <p:cNvPr id="2294" name="Google Shape;2294;p54"/>
            <p:cNvSpPr txBox="1"/>
            <p:nvPr/>
          </p:nvSpPr>
          <p:spPr>
            <a:xfrm>
              <a:off x="898771" y="1903975"/>
              <a:ext cx="7146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Lexend Light"/>
                  <a:ea typeface="Lexend Light"/>
                  <a:cs typeface="Lexend Light"/>
                  <a:sym typeface="Lexend Light"/>
                </a:rPr>
                <a:t>Weeks</a:t>
              </a:r>
              <a:endParaRPr sz="1200">
                <a:solidFill>
                  <a:schemeClr val="dk1"/>
                </a:solidFill>
                <a:latin typeface="Lexend Light"/>
                <a:ea typeface="Lexend Light"/>
                <a:cs typeface="Lexend Light"/>
                <a:sym typeface="Lexend Light"/>
              </a:endParaRPr>
            </a:p>
          </p:txBody>
        </p:sp>
        <p:sp>
          <p:nvSpPr>
            <p:cNvPr id="2295" name="Google Shape;2295;p54"/>
            <p:cNvSpPr txBox="1"/>
            <p:nvPr/>
          </p:nvSpPr>
          <p:spPr>
            <a:xfrm>
              <a:off x="951706" y="2076762"/>
              <a:ext cx="607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latin typeface="Lexend Medium"/>
                  <a:ea typeface="Lexend Medium"/>
                  <a:cs typeface="Lexend Medium"/>
                  <a:sym typeface="Lexend Medium"/>
                </a:rPr>
                <a:t>3-4</a:t>
              </a:r>
              <a:endParaRPr>
                <a:solidFill>
                  <a:schemeClr val="dk1"/>
                </a:solidFill>
                <a:latin typeface="Lexend Medium"/>
                <a:ea typeface="Lexend Medium"/>
                <a:cs typeface="Lexend Medium"/>
                <a:sym typeface="Lexend Medium"/>
              </a:endParaRPr>
            </a:p>
          </p:txBody>
        </p:sp>
      </p:grpSp>
      <p:grpSp>
        <p:nvGrpSpPr>
          <p:cNvPr id="2296" name="Google Shape;2296;p54"/>
          <p:cNvGrpSpPr/>
          <p:nvPr/>
        </p:nvGrpSpPr>
        <p:grpSpPr>
          <a:xfrm>
            <a:off x="941089" y="4117158"/>
            <a:ext cx="607629" cy="677904"/>
            <a:chOff x="951676" y="1799058"/>
            <a:chExt cx="607629" cy="677904"/>
          </a:xfrm>
        </p:grpSpPr>
        <p:sp>
          <p:nvSpPr>
            <p:cNvPr id="2297" name="Google Shape;2297;p54"/>
            <p:cNvSpPr/>
            <p:nvPr/>
          </p:nvSpPr>
          <p:spPr>
            <a:xfrm rot="10800000">
              <a:off x="951676" y="1799058"/>
              <a:ext cx="607500" cy="607500"/>
            </a:xfrm>
            <a:prstGeom prst="round2SameRect">
              <a:avLst>
                <a:gd fmla="val 5280" name="adj1"/>
                <a:gd fmla="val 0" name="adj2"/>
              </a:avLst>
            </a:prstGeom>
            <a:solidFill>
              <a:schemeClr val="lt2"/>
            </a:solidFill>
            <a:ln>
              <a:noFill/>
            </a:ln>
            <a:effectLst>
              <a:outerShdw blurRad="57150" rotWithShape="0" algn="bl" dist="19050">
                <a:srgbClr val="000000">
                  <a:alpha val="12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1"/>
                </a:solidFill>
                <a:latin typeface="Lexend"/>
                <a:ea typeface="Lexend"/>
                <a:cs typeface="Lexend"/>
                <a:sym typeface="Lexend"/>
              </a:endParaRPr>
            </a:p>
          </p:txBody>
        </p:sp>
        <p:sp>
          <p:nvSpPr>
            <p:cNvPr id="2298" name="Google Shape;2298;p54"/>
            <p:cNvSpPr/>
            <p:nvPr/>
          </p:nvSpPr>
          <p:spPr>
            <a:xfrm>
              <a:off x="951806" y="1799176"/>
              <a:ext cx="607500" cy="1584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chemeClr val="lt2"/>
                  </a:solidFill>
                  <a:latin typeface="Lexend Light"/>
                  <a:ea typeface="Lexend Light"/>
                  <a:cs typeface="Lexend Light"/>
                  <a:sym typeface="Lexend Light"/>
                </a:rPr>
                <a:t>Monday</a:t>
              </a:r>
              <a:endParaRPr sz="800">
                <a:solidFill>
                  <a:schemeClr val="lt2"/>
                </a:solidFill>
                <a:latin typeface="Lexend Light"/>
                <a:ea typeface="Lexend Light"/>
                <a:cs typeface="Lexend Light"/>
                <a:sym typeface="Lexend Light"/>
              </a:endParaRPr>
            </a:p>
          </p:txBody>
        </p:sp>
        <p:sp>
          <p:nvSpPr>
            <p:cNvPr id="2299" name="Google Shape;2299;p54"/>
            <p:cNvSpPr txBox="1"/>
            <p:nvPr/>
          </p:nvSpPr>
          <p:spPr>
            <a:xfrm>
              <a:off x="951738" y="1903972"/>
              <a:ext cx="6075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Lexend Light"/>
                  <a:ea typeface="Lexend Light"/>
                  <a:cs typeface="Lexend Light"/>
                  <a:sym typeface="Lexend Light"/>
                </a:rPr>
                <a:t>May</a:t>
              </a:r>
              <a:endParaRPr sz="1200">
                <a:solidFill>
                  <a:schemeClr val="dk1"/>
                </a:solidFill>
                <a:latin typeface="Lexend Light"/>
                <a:ea typeface="Lexend Light"/>
                <a:cs typeface="Lexend Light"/>
                <a:sym typeface="Lexend Light"/>
              </a:endParaRPr>
            </a:p>
          </p:txBody>
        </p:sp>
        <p:sp>
          <p:nvSpPr>
            <p:cNvPr id="2300" name="Google Shape;2300;p54"/>
            <p:cNvSpPr txBox="1"/>
            <p:nvPr/>
          </p:nvSpPr>
          <p:spPr>
            <a:xfrm>
              <a:off x="951706" y="2076762"/>
              <a:ext cx="607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latin typeface="Lexend Medium"/>
                  <a:ea typeface="Lexend Medium"/>
                  <a:cs typeface="Lexend Medium"/>
                  <a:sym typeface="Lexend Medium"/>
                </a:rPr>
                <a:t>4-5</a:t>
              </a:r>
              <a:endParaRPr>
                <a:solidFill>
                  <a:schemeClr val="dk1"/>
                </a:solidFill>
                <a:latin typeface="Lexend Medium"/>
                <a:ea typeface="Lexend Medium"/>
                <a:cs typeface="Lexend Medium"/>
                <a:sym typeface="Lexend Medium"/>
              </a:endParaRPr>
            </a:p>
          </p:txBody>
        </p:sp>
      </p:grpSp>
      <p:grpSp>
        <p:nvGrpSpPr>
          <p:cNvPr id="2301" name="Google Shape;2301;p54"/>
          <p:cNvGrpSpPr/>
          <p:nvPr/>
        </p:nvGrpSpPr>
        <p:grpSpPr>
          <a:xfrm>
            <a:off x="887559" y="4117158"/>
            <a:ext cx="714600" cy="677904"/>
            <a:chOff x="898771" y="1799058"/>
            <a:chExt cx="714600" cy="677904"/>
          </a:xfrm>
        </p:grpSpPr>
        <p:sp>
          <p:nvSpPr>
            <p:cNvPr id="2302" name="Google Shape;2302;p54"/>
            <p:cNvSpPr/>
            <p:nvPr/>
          </p:nvSpPr>
          <p:spPr>
            <a:xfrm rot="10800000">
              <a:off x="951676" y="1799058"/>
              <a:ext cx="607500" cy="607500"/>
            </a:xfrm>
            <a:prstGeom prst="round2SameRect">
              <a:avLst>
                <a:gd fmla="val 5280" name="adj1"/>
                <a:gd fmla="val 0" name="adj2"/>
              </a:avLst>
            </a:prstGeom>
            <a:solidFill>
              <a:schemeClr val="lt2"/>
            </a:solidFill>
            <a:ln>
              <a:noFill/>
            </a:ln>
            <a:effectLst>
              <a:outerShdw blurRad="57150" rotWithShape="0" algn="bl" dist="19050">
                <a:srgbClr val="000000">
                  <a:alpha val="12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1"/>
                </a:solidFill>
                <a:latin typeface="Lexend"/>
                <a:ea typeface="Lexend"/>
                <a:cs typeface="Lexend"/>
                <a:sym typeface="Lexend"/>
              </a:endParaRPr>
            </a:p>
          </p:txBody>
        </p:sp>
        <p:sp>
          <p:nvSpPr>
            <p:cNvPr id="2303" name="Google Shape;2303;p54"/>
            <p:cNvSpPr/>
            <p:nvPr/>
          </p:nvSpPr>
          <p:spPr>
            <a:xfrm>
              <a:off x="951806" y="1799176"/>
              <a:ext cx="607500" cy="1584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chemeClr val="lt2"/>
                  </a:solidFill>
                  <a:latin typeface="Lexend Light"/>
                  <a:ea typeface="Lexend Light"/>
                  <a:cs typeface="Lexend Light"/>
                  <a:sym typeface="Lexend Light"/>
                </a:rPr>
                <a:t>Monday</a:t>
              </a:r>
              <a:endParaRPr sz="800">
                <a:solidFill>
                  <a:schemeClr val="lt2"/>
                </a:solidFill>
                <a:latin typeface="Lexend Light"/>
                <a:ea typeface="Lexend Light"/>
                <a:cs typeface="Lexend Light"/>
                <a:sym typeface="Lexend Light"/>
              </a:endParaRPr>
            </a:p>
          </p:txBody>
        </p:sp>
        <p:sp>
          <p:nvSpPr>
            <p:cNvPr id="2304" name="Google Shape;2304;p54"/>
            <p:cNvSpPr txBox="1"/>
            <p:nvPr/>
          </p:nvSpPr>
          <p:spPr>
            <a:xfrm>
              <a:off x="898771" y="1903975"/>
              <a:ext cx="7146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Lexend Light"/>
                  <a:ea typeface="Lexend Light"/>
                  <a:cs typeface="Lexend Light"/>
                  <a:sym typeface="Lexend Light"/>
                </a:rPr>
                <a:t>Weeks</a:t>
              </a:r>
              <a:endParaRPr sz="1200">
                <a:solidFill>
                  <a:schemeClr val="dk1"/>
                </a:solidFill>
                <a:latin typeface="Lexend Light"/>
                <a:ea typeface="Lexend Light"/>
                <a:cs typeface="Lexend Light"/>
                <a:sym typeface="Lexend Light"/>
              </a:endParaRPr>
            </a:p>
          </p:txBody>
        </p:sp>
        <p:sp>
          <p:nvSpPr>
            <p:cNvPr id="2305" name="Google Shape;2305;p54"/>
            <p:cNvSpPr txBox="1"/>
            <p:nvPr/>
          </p:nvSpPr>
          <p:spPr>
            <a:xfrm>
              <a:off x="951706" y="2076762"/>
              <a:ext cx="607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latin typeface="Lexend Medium"/>
                  <a:ea typeface="Lexend Medium"/>
                  <a:cs typeface="Lexend Medium"/>
                  <a:sym typeface="Lexend Medium"/>
                </a:rPr>
                <a:t>4-6</a:t>
              </a:r>
              <a:endParaRPr>
                <a:solidFill>
                  <a:schemeClr val="dk1"/>
                </a:solidFill>
                <a:latin typeface="Lexend Medium"/>
                <a:ea typeface="Lexend Medium"/>
                <a:cs typeface="Lexend Medium"/>
                <a:sym typeface="Lexend Medium"/>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9" name="Shape 2309"/>
        <p:cNvGrpSpPr/>
        <p:nvPr/>
      </p:nvGrpSpPr>
      <p:grpSpPr>
        <a:xfrm>
          <a:off x="0" y="0"/>
          <a:ext cx="0" cy="0"/>
          <a:chOff x="0" y="0"/>
          <a:chExt cx="0" cy="0"/>
        </a:xfrm>
      </p:grpSpPr>
      <p:sp>
        <p:nvSpPr>
          <p:cNvPr id="2310" name="Google Shape;2310;p55"/>
          <p:cNvSpPr/>
          <p:nvPr/>
        </p:nvSpPr>
        <p:spPr>
          <a:xfrm>
            <a:off x="342574" y="2317825"/>
            <a:ext cx="4408500" cy="2433000"/>
          </a:xfrm>
          <a:prstGeom prst="roundRect">
            <a:avLst>
              <a:gd fmla="val 4803" name="adj"/>
            </a:avLst>
          </a:prstGeom>
          <a:solidFill>
            <a:schemeClr val="lt2"/>
          </a:solidFill>
          <a:ln>
            <a:noFill/>
          </a:ln>
          <a:effectLst>
            <a:outerShdw blurRad="57150" rotWithShape="0" algn="bl" dist="19050">
              <a:srgbClr val="000000">
                <a:alpha val="11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11" name="Google Shape;2311;p55"/>
          <p:cNvSpPr txBox="1"/>
          <p:nvPr>
            <p:ph idx="4" type="subTitle"/>
          </p:nvPr>
        </p:nvSpPr>
        <p:spPr>
          <a:xfrm>
            <a:off x="342575" y="2680450"/>
            <a:ext cx="4408500" cy="1765500"/>
          </a:xfrm>
          <a:prstGeom prst="rect">
            <a:avLst/>
          </a:prstGeom>
        </p:spPr>
        <p:txBody>
          <a:bodyPr anchorCtr="0" anchor="t" bIns="91425" lIns="91425" spcFirstLastPara="1" rIns="91425" wrap="square" tIns="91425">
            <a:spAutoFit/>
          </a:bodyPr>
          <a:lstStyle/>
          <a:p>
            <a:pPr indent="-311150" lvl="0" marL="457200" rtl="0" algn="l">
              <a:lnSpc>
                <a:spcPct val="115000"/>
              </a:lnSpc>
              <a:spcBef>
                <a:spcPts val="0"/>
              </a:spcBef>
              <a:spcAft>
                <a:spcPts val="0"/>
              </a:spcAft>
              <a:buClr>
                <a:srgbClr val="333333"/>
              </a:buClr>
              <a:buSzPts val="1300"/>
              <a:buFont typeface="Arial"/>
              <a:buChar char="●"/>
            </a:pPr>
            <a:r>
              <a:rPr lang="en" sz="1300">
                <a:solidFill>
                  <a:srgbClr val="333333"/>
                </a:solidFill>
                <a:highlight>
                  <a:srgbClr val="FFFFFF"/>
                </a:highlight>
                <a:latin typeface="Arial"/>
                <a:ea typeface="Arial"/>
                <a:cs typeface="Arial"/>
                <a:sym typeface="Arial"/>
              </a:rPr>
              <a:t>Add evaluations and scripted demo flows</a:t>
            </a:r>
            <a:endParaRPr sz="1300">
              <a:solidFill>
                <a:srgbClr val="333333"/>
              </a:solidFill>
              <a:highlight>
                <a:srgbClr val="FFFFFF"/>
              </a:highlight>
              <a:latin typeface="Arial"/>
              <a:ea typeface="Arial"/>
              <a:cs typeface="Arial"/>
              <a:sym typeface="Arial"/>
            </a:endParaRPr>
          </a:p>
          <a:p>
            <a:pPr indent="-311150" lvl="0" marL="457200" rtl="0" algn="l">
              <a:lnSpc>
                <a:spcPct val="115000"/>
              </a:lnSpc>
              <a:spcBef>
                <a:spcPts val="0"/>
              </a:spcBef>
              <a:spcAft>
                <a:spcPts val="0"/>
              </a:spcAft>
              <a:buClr>
                <a:srgbClr val="333333"/>
              </a:buClr>
              <a:buSzPts val="1300"/>
              <a:buFont typeface="Arial"/>
              <a:buChar char="●"/>
            </a:pPr>
            <a:r>
              <a:rPr lang="en" sz="1300">
                <a:solidFill>
                  <a:srgbClr val="333333"/>
                </a:solidFill>
                <a:highlight>
                  <a:srgbClr val="FFFFFF"/>
                </a:highlight>
                <a:latin typeface="Arial"/>
                <a:ea typeface="Arial"/>
                <a:cs typeface="Arial"/>
                <a:sym typeface="Arial"/>
              </a:rPr>
              <a:t>Expand recommendation signals</a:t>
            </a:r>
            <a:endParaRPr sz="1300">
              <a:solidFill>
                <a:srgbClr val="333333"/>
              </a:solidFill>
              <a:highlight>
                <a:srgbClr val="FFFFFF"/>
              </a:highlight>
              <a:latin typeface="Arial"/>
              <a:ea typeface="Arial"/>
              <a:cs typeface="Arial"/>
              <a:sym typeface="Arial"/>
            </a:endParaRPr>
          </a:p>
          <a:p>
            <a:pPr indent="-311150" lvl="0" marL="457200" rtl="0" algn="l">
              <a:lnSpc>
                <a:spcPct val="115000"/>
              </a:lnSpc>
              <a:spcBef>
                <a:spcPts val="0"/>
              </a:spcBef>
              <a:spcAft>
                <a:spcPts val="0"/>
              </a:spcAft>
              <a:buClr>
                <a:srgbClr val="333333"/>
              </a:buClr>
              <a:buSzPts val="1300"/>
              <a:buFont typeface="Arial"/>
              <a:buChar char="●"/>
            </a:pPr>
            <a:r>
              <a:rPr lang="en" sz="1300">
                <a:solidFill>
                  <a:srgbClr val="333333"/>
                </a:solidFill>
                <a:highlight>
                  <a:srgbClr val="FFFFFF"/>
                </a:highlight>
                <a:latin typeface="Arial"/>
                <a:ea typeface="Arial"/>
                <a:cs typeface="Arial"/>
                <a:sym typeface="Arial"/>
              </a:rPr>
              <a:t>Integrate live catalog data</a:t>
            </a:r>
            <a:endParaRPr sz="1300">
              <a:solidFill>
                <a:srgbClr val="333333"/>
              </a:solidFill>
              <a:highlight>
                <a:srgbClr val="FFFFFF"/>
              </a:highlight>
              <a:latin typeface="Arial"/>
              <a:ea typeface="Arial"/>
              <a:cs typeface="Arial"/>
              <a:sym typeface="Arial"/>
            </a:endParaRPr>
          </a:p>
          <a:p>
            <a:pPr indent="-311150" lvl="0" marL="457200" rtl="0" algn="l">
              <a:lnSpc>
                <a:spcPct val="115000"/>
              </a:lnSpc>
              <a:spcBef>
                <a:spcPts val="0"/>
              </a:spcBef>
              <a:spcAft>
                <a:spcPts val="0"/>
              </a:spcAft>
              <a:buClr>
                <a:srgbClr val="333333"/>
              </a:buClr>
              <a:buSzPts val="1300"/>
              <a:buFont typeface="Arial"/>
              <a:buChar char="●"/>
            </a:pPr>
            <a:r>
              <a:rPr lang="en" sz="1300">
                <a:solidFill>
                  <a:srgbClr val="333333"/>
                </a:solidFill>
                <a:highlight>
                  <a:srgbClr val="FFFFFF"/>
                </a:highlight>
                <a:latin typeface="Arial"/>
                <a:ea typeface="Arial"/>
                <a:cs typeface="Arial"/>
                <a:sym typeface="Arial"/>
              </a:rPr>
              <a:t>Add multi-school dashboards</a:t>
            </a:r>
            <a:endParaRPr sz="1300">
              <a:solidFill>
                <a:srgbClr val="333333"/>
              </a:solidFill>
              <a:highlight>
                <a:srgbClr val="FFFFFF"/>
              </a:highlight>
              <a:latin typeface="Arial"/>
              <a:ea typeface="Arial"/>
              <a:cs typeface="Arial"/>
              <a:sym typeface="Arial"/>
            </a:endParaRPr>
          </a:p>
          <a:p>
            <a:pPr indent="-311150" lvl="0" marL="457200" rtl="0" algn="l">
              <a:lnSpc>
                <a:spcPct val="115000"/>
              </a:lnSpc>
              <a:spcBef>
                <a:spcPts val="0"/>
              </a:spcBef>
              <a:spcAft>
                <a:spcPts val="0"/>
              </a:spcAft>
              <a:buClr>
                <a:srgbClr val="333333"/>
              </a:buClr>
              <a:buSzPts val="1300"/>
              <a:buFont typeface="Arial"/>
              <a:buChar char="●"/>
            </a:pPr>
            <a:r>
              <a:rPr lang="en" sz="1300">
                <a:solidFill>
                  <a:srgbClr val="333333"/>
                </a:solidFill>
                <a:highlight>
                  <a:srgbClr val="FFFFFF"/>
                </a:highlight>
                <a:latin typeface="Arial"/>
                <a:ea typeface="Arial"/>
                <a:cs typeface="Arial"/>
                <a:sym typeface="Arial"/>
              </a:rPr>
              <a:t>Add individual profiles for librarians and students (IAM)</a:t>
            </a:r>
            <a:endParaRPr sz="1300">
              <a:solidFill>
                <a:srgbClr val="333333"/>
              </a:solidFill>
              <a:highlight>
                <a:srgbClr val="FFFFFF"/>
              </a:highlight>
              <a:latin typeface="Arial"/>
              <a:ea typeface="Arial"/>
              <a:cs typeface="Arial"/>
              <a:sym typeface="Arial"/>
            </a:endParaRPr>
          </a:p>
          <a:p>
            <a:pPr indent="-311150" lvl="0" marL="457200" rtl="0" algn="l">
              <a:lnSpc>
                <a:spcPct val="115000"/>
              </a:lnSpc>
              <a:spcBef>
                <a:spcPts val="0"/>
              </a:spcBef>
              <a:spcAft>
                <a:spcPts val="0"/>
              </a:spcAft>
              <a:buClr>
                <a:srgbClr val="333333"/>
              </a:buClr>
              <a:buSzPts val="1300"/>
              <a:buFont typeface="Arial"/>
              <a:buChar char="●"/>
            </a:pPr>
            <a:r>
              <a:rPr lang="en" sz="1300">
                <a:solidFill>
                  <a:srgbClr val="333333"/>
                </a:solidFill>
                <a:highlight>
                  <a:srgbClr val="FFFFFF"/>
                </a:highlight>
                <a:latin typeface="Arial"/>
                <a:ea typeface="Arial"/>
                <a:cs typeface="Arial"/>
                <a:sym typeface="Arial"/>
              </a:rPr>
              <a:t>Harden guardrails and policy controls</a:t>
            </a:r>
            <a:endParaRPr sz="1300"/>
          </a:p>
        </p:txBody>
      </p:sp>
      <p:grpSp>
        <p:nvGrpSpPr>
          <p:cNvPr id="2312" name="Google Shape;2312;p55"/>
          <p:cNvGrpSpPr/>
          <p:nvPr/>
        </p:nvGrpSpPr>
        <p:grpSpPr>
          <a:xfrm>
            <a:off x="6712634" y="2592459"/>
            <a:ext cx="277873" cy="68400"/>
            <a:chOff x="6723459" y="2419159"/>
            <a:chExt cx="277873" cy="68400"/>
          </a:xfrm>
        </p:grpSpPr>
        <p:sp>
          <p:nvSpPr>
            <p:cNvPr id="2313" name="Google Shape;2313;p55"/>
            <p:cNvSpPr/>
            <p:nvPr/>
          </p:nvSpPr>
          <p:spPr>
            <a:xfrm>
              <a:off x="6723459" y="2419159"/>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14" name="Google Shape;2314;p55"/>
            <p:cNvSpPr/>
            <p:nvPr/>
          </p:nvSpPr>
          <p:spPr>
            <a:xfrm>
              <a:off x="6828196" y="2419159"/>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15" name="Google Shape;2315;p55"/>
            <p:cNvSpPr/>
            <p:nvPr/>
          </p:nvSpPr>
          <p:spPr>
            <a:xfrm>
              <a:off x="6932932" y="2419159"/>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2316" name="Google Shape;2316;p55"/>
          <p:cNvGrpSpPr/>
          <p:nvPr/>
        </p:nvGrpSpPr>
        <p:grpSpPr>
          <a:xfrm>
            <a:off x="412745" y="2419159"/>
            <a:ext cx="277873" cy="68400"/>
            <a:chOff x="412745" y="2419159"/>
            <a:chExt cx="277873" cy="68400"/>
          </a:xfrm>
        </p:grpSpPr>
        <p:sp>
          <p:nvSpPr>
            <p:cNvPr id="2317" name="Google Shape;2317;p55"/>
            <p:cNvSpPr/>
            <p:nvPr/>
          </p:nvSpPr>
          <p:spPr>
            <a:xfrm>
              <a:off x="412745" y="2419159"/>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18" name="Google Shape;2318;p55"/>
            <p:cNvSpPr/>
            <p:nvPr/>
          </p:nvSpPr>
          <p:spPr>
            <a:xfrm>
              <a:off x="517482" y="2419159"/>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19" name="Google Shape;2319;p55"/>
            <p:cNvSpPr/>
            <p:nvPr/>
          </p:nvSpPr>
          <p:spPr>
            <a:xfrm>
              <a:off x="622218" y="2419159"/>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320" name="Google Shape;2320;p55"/>
          <p:cNvSpPr txBox="1"/>
          <p:nvPr>
            <p:ph idx="2" type="body"/>
          </p:nvPr>
        </p:nvSpPr>
        <p:spPr>
          <a:xfrm>
            <a:off x="167325" y="-39600"/>
            <a:ext cx="1169700" cy="3078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b="1" lang="en"/>
              <a:t>Name </a:t>
            </a:r>
            <a:endParaRPr/>
          </a:p>
        </p:txBody>
      </p:sp>
      <p:sp>
        <p:nvSpPr>
          <p:cNvPr id="2321" name="Google Shape;2321;p55"/>
          <p:cNvSpPr txBox="1"/>
          <p:nvPr>
            <p:ph idx="3" type="body"/>
          </p:nvPr>
        </p:nvSpPr>
        <p:spPr>
          <a:xfrm>
            <a:off x="940775" y="-39600"/>
            <a:ext cx="3810300" cy="431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a:t>Department    Course Number    Section    Time    Location</a:t>
            </a:r>
            <a:endParaRPr/>
          </a:p>
          <a:p>
            <a:pPr indent="0" lvl="0" marL="0" rtl="0" algn="l">
              <a:spcBef>
                <a:spcPts val="0"/>
              </a:spcBef>
              <a:spcAft>
                <a:spcPts val="0"/>
              </a:spcAft>
              <a:buNone/>
            </a:pPr>
            <a:r>
              <a:t/>
            </a:r>
            <a:endParaRPr/>
          </a:p>
        </p:txBody>
      </p:sp>
      <p:sp>
        <p:nvSpPr>
          <p:cNvPr id="2322" name="Google Shape;2322;p55"/>
          <p:cNvSpPr txBox="1"/>
          <p:nvPr>
            <p:ph type="title"/>
          </p:nvPr>
        </p:nvSpPr>
        <p:spPr>
          <a:xfrm>
            <a:off x="209775" y="468575"/>
            <a:ext cx="4865100" cy="15147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Roadmap &amp; Rollout Plan</a:t>
            </a:r>
            <a:endParaRPr/>
          </a:p>
        </p:txBody>
      </p:sp>
      <p:grpSp>
        <p:nvGrpSpPr>
          <p:cNvPr id="2323" name="Google Shape;2323;p55"/>
          <p:cNvGrpSpPr/>
          <p:nvPr/>
        </p:nvGrpSpPr>
        <p:grpSpPr>
          <a:xfrm>
            <a:off x="5075003" y="740227"/>
            <a:ext cx="3810136" cy="4183771"/>
            <a:chOff x="5351018" y="4955476"/>
            <a:chExt cx="4003085" cy="1380236"/>
          </a:xfrm>
        </p:grpSpPr>
        <p:sp>
          <p:nvSpPr>
            <p:cNvPr id="2324" name="Google Shape;2324;p55"/>
            <p:cNvSpPr/>
            <p:nvPr/>
          </p:nvSpPr>
          <p:spPr>
            <a:xfrm>
              <a:off x="5411982" y="5018982"/>
              <a:ext cx="3885217" cy="1253236"/>
            </a:xfrm>
            <a:custGeom>
              <a:rect b="b" l="l" r="r" t="t"/>
              <a:pathLst>
                <a:path extrusionOk="0" h="1253236" w="2932239">
                  <a:moveTo>
                    <a:pt x="0" y="0"/>
                  </a:moveTo>
                  <a:lnTo>
                    <a:pt x="2932240" y="0"/>
                  </a:lnTo>
                  <a:lnTo>
                    <a:pt x="2932240" y="1253236"/>
                  </a:lnTo>
                  <a:lnTo>
                    <a:pt x="0" y="1253236"/>
                  </a:lnTo>
                  <a:close/>
                </a:path>
              </a:pathLst>
            </a:custGeom>
            <a:solidFill>
              <a:schemeClr val="lt2"/>
            </a:solidFill>
            <a:ln cap="flat" cmpd="sng" w="9525">
              <a:solidFill>
                <a:schemeClr val="accent4"/>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chemeClr val="dk1"/>
                </a:solidFill>
              </a:endParaRPr>
            </a:p>
          </p:txBody>
        </p:sp>
        <p:sp>
          <p:nvSpPr>
            <p:cNvPr id="2325" name="Google Shape;2325;p55"/>
            <p:cNvSpPr/>
            <p:nvPr/>
          </p:nvSpPr>
          <p:spPr>
            <a:xfrm>
              <a:off x="5351018" y="4955476"/>
              <a:ext cx="121920" cy="127000"/>
            </a:xfrm>
            <a:custGeom>
              <a:rect b="b" l="l" r="r" t="t"/>
              <a:pathLst>
                <a:path extrusionOk="0" h="127000" w="121920">
                  <a:moveTo>
                    <a:pt x="0" y="0"/>
                  </a:moveTo>
                  <a:lnTo>
                    <a:pt x="121920" y="0"/>
                  </a:lnTo>
                  <a:lnTo>
                    <a:pt x="121920" y="127000"/>
                  </a:lnTo>
                  <a:lnTo>
                    <a:pt x="0" y="127000"/>
                  </a:lnTo>
                  <a:close/>
                </a:path>
              </a:pathLst>
            </a:custGeom>
            <a:solidFill>
              <a:schemeClr val="lt2"/>
            </a:solidFill>
            <a:ln cap="flat" cmpd="sng" w="9525">
              <a:solidFill>
                <a:schemeClr val="accent4"/>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chemeClr val="dk1"/>
                </a:solidFill>
              </a:endParaRPr>
            </a:p>
          </p:txBody>
        </p:sp>
        <p:sp>
          <p:nvSpPr>
            <p:cNvPr id="2326" name="Google Shape;2326;p55"/>
            <p:cNvSpPr/>
            <p:nvPr/>
          </p:nvSpPr>
          <p:spPr>
            <a:xfrm>
              <a:off x="5351018" y="6208712"/>
              <a:ext cx="121920" cy="127000"/>
            </a:xfrm>
            <a:custGeom>
              <a:rect b="b" l="l" r="r" t="t"/>
              <a:pathLst>
                <a:path extrusionOk="0" h="127000" w="121920">
                  <a:moveTo>
                    <a:pt x="0" y="0"/>
                  </a:moveTo>
                  <a:lnTo>
                    <a:pt x="121920" y="0"/>
                  </a:lnTo>
                  <a:lnTo>
                    <a:pt x="121920" y="127000"/>
                  </a:lnTo>
                  <a:lnTo>
                    <a:pt x="0" y="127000"/>
                  </a:lnTo>
                  <a:close/>
                </a:path>
              </a:pathLst>
            </a:custGeom>
            <a:solidFill>
              <a:schemeClr val="lt2"/>
            </a:solidFill>
            <a:ln cap="flat" cmpd="sng" w="9525">
              <a:solidFill>
                <a:schemeClr val="accent4"/>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chemeClr val="dk1"/>
                </a:solidFill>
              </a:endParaRPr>
            </a:p>
          </p:txBody>
        </p:sp>
        <p:sp>
          <p:nvSpPr>
            <p:cNvPr id="2327" name="Google Shape;2327;p55"/>
            <p:cNvSpPr/>
            <p:nvPr/>
          </p:nvSpPr>
          <p:spPr>
            <a:xfrm>
              <a:off x="9232183" y="4955476"/>
              <a:ext cx="121920" cy="127000"/>
            </a:xfrm>
            <a:custGeom>
              <a:rect b="b" l="l" r="r" t="t"/>
              <a:pathLst>
                <a:path extrusionOk="0" h="127000" w="121920">
                  <a:moveTo>
                    <a:pt x="0" y="0"/>
                  </a:moveTo>
                  <a:lnTo>
                    <a:pt x="121919" y="0"/>
                  </a:lnTo>
                  <a:lnTo>
                    <a:pt x="121919" y="127000"/>
                  </a:lnTo>
                  <a:lnTo>
                    <a:pt x="0" y="127000"/>
                  </a:lnTo>
                  <a:close/>
                </a:path>
              </a:pathLst>
            </a:custGeom>
            <a:solidFill>
              <a:schemeClr val="lt2"/>
            </a:solidFill>
            <a:ln cap="flat" cmpd="sng" w="9525">
              <a:solidFill>
                <a:schemeClr val="accent4"/>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chemeClr val="dk1"/>
                </a:solidFill>
              </a:endParaRPr>
            </a:p>
          </p:txBody>
        </p:sp>
        <p:sp>
          <p:nvSpPr>
            <p:cNvPr id="2328" name="Google Shape;2328;p55"/>
            <p:cNvSpPr/>
            <p:nvPr/>
          </p:nvSpPr>
          <p:spPr>
            <a:xfrm>
              <a:off x="9232183" y="6208712"/>
              <a:ext cx="121920" cy="127000"/>
            </a:xfrm>
            <a:custGeom>
              <a:rect b="b" l="l" r="r" t="t"/>
              <a:pathLst>
                <a:path extrusionOk="0" h="127000" w="121920">
                  <a:moveTo>
                    <a:pt x="0" y="0"/>
                  </a:moveTo>
                  <a:lnTo>
                    <a:pt x="121919" y="0"/>
                  </a:lnTo>
                  <a:lnTo>
                    <a:pt x="121919" y="127000"/>
                  </a:lnTo>
                  <a:lnTo>
                    <a:pt x="0" y="127000"/>
                  </a:lnTo>
                  <a:close/>
                </a:path>
              </a:pathLst>
            </a:custGeom>
            <a:solidFill>
              <a:schemeClr val="lt2"/>
            </a:solidFill>
            <a:ln cap="flat" cmpd="sng" w="9525">
              <a:solidFill>
                <a:schemeClr val="accent4"/>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chemeClr val="dk1"/>
                </a:solidFill>
              </a:endParaRPr>
            </a:p>
          </p:txBody>
        </p:sp>
      </p:grpSp>
      <p:sp>
        <p:nvSpPr>
          <p:cNvPr id="2329" name="Google Shape;2329;p55"/>
          <p:cNvSpPr txBox="1"/>
          <p:nvPr/>
        </p:nvSpPr>
        <p:spPr>
          <a:xfrm>
            <a:off x="5302016" y="1155711"/>
            <a:ext cx="2810100" cy="3352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b="1" lang="en" sz="1500">
                <a:solidFill>
                  <a:schemeClr val="dk1"/>
                </a:solidFill>
              </a:rPr>
              <a:t>Discovery (2–3 weeks)</a:t>
            </a:r>
            <a:endParaRPr b="1"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 sz="1500">
                <a:solidFill>
                  <a:schemeClr val="dk1"/>
                </a:solidFill>
              </a:rPr>
              <a:t>Data validation</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 sz="1500">
                <a:solidFill>
                  <a:schemeClr val="dk1"/>
                </a:solidFill>
              </a:rPr>
              <a:t>Privacy review</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 sz="1500">
                <a:solidFill>
                  <a:schemeClr val="dk1"/>
                </a:solidFill>
              </a:rPr>
              <a:t>Librarian workshops</a:t>
            </a:r>
            <a:endParaRPr sz="15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500">
                <a:solidFill>
                  <a:schemeClr val="dk1"/>
                </a:solidFill>
              </a:rPr>
              <a:t>Pilot (4–6 weeks)</a:t>
            </a:r>
            <a:endParaRPr b="1"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 sz="1500">
                <a:solidFill>
                  <a:schemeClr val="dk1"/>
                </a:solidFill>
              </a:rPr>
              <a:t>Two schools</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 sz="1500">
                <a:solidFill>
                  <a:schemeClr val="dk1"/>
                </a:solidFill>
              </a:rPr>
              <a:t>Weekly feedback loops</a:t>
            </a:r>
            <a:endParaRPr sz="1500">
              <a:solidFill>
                <a:schemeClr val="dk1"/>
              </a:solidFill>
            </a:endParaRPr>
          </a:p>
          <a:p>
            <a:pPr indent="0" lvl="0" marL="0" rtl="0" algn="l">
              <a:lnSpc>
                <a:spcPct val="115000"/>
              </a:lnSpc>
              <a:spcBef>
                <a:spcPts val="1000"/>
              </a:spcBef>
              <a:spcAft>
                <a:spcPts val="0"/>
              </a:spcAft>
              <a:buClr>
                <a:schemeClr val="dk1"/>
              </a:buClr>
              <a:buSzPts val="1100"/>
              <a:buFont typeface="Arial"/>
              <a:buNone/>
            </a:pPr>
            <a:r>
              <a:rPr b="1" lang="en" sz="1500">
                <a:solidFill>
                  <a:schemeClr val="dk1"/>
                </a:solidFill>
              </a:rPr>
              <a:t>District rollout (6–8 weeks)</a:t>
            </a:r>
            <a:endParaRPr b="1"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 sz="1500">
                <a:solidFill>
                  <a:schemeClr val="dk1"/>
                </a:solidFill>
              </a:rPr>
              <a:t>Train-the-trainer</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 sz="1500">
                <a:solidFill>
                  <a:schemeClr val="dk1"/>
                </a:solidFill>
              </a:rPr>
              <a:t>Dashboards and outcomes tracking</a:t>
            </a:r>
            <a:endParaRPr sz="1600">
              <a:solidFill>
                <a:schemeClr val="dk1"/>
              </a:solidFill>
              <a:latin typeface="Lexend Light"/>
              <a:ea typeface="Lexend Light"/>
              <a:cs typeface="Lexend Light"/>
              <a:sym typeface="Lexend Light"/>
            </a:endParaRPr>
          </a:p>
        </p:txBody>
      </p:sp>
      <p:sp>
        <p:nvSpPr>
          <p:cNvPr id="2330" name="Google Shape;2330;p55"/>
          <p:cNvSpPr/>
          <p:nvPr/>
        </p:nvSpPr>
        <p:spPr>
          <a:xfrm>
            <a:off x="7848716" y="2464548"/>
            <a:ext cx="263412" cy="324213"/>
          </a:xfrm>
          <a:custGeom>
            <a:rect b="b" l="l" r="r" t="t"/>
            <a:pathLst>
              <a:path extrusionOk="0" h="19170" w="15575">
                <a:moveTo>
                  <a:pt x="0" y="0"/>
                </a:moveTo>
                <a:lnTo>
                  <a:pt x="3354" y="19170"/>
                </a:lnTo>
                <a:lnTo>
                  <a:pt x="7668" y="11502"/>
                </a:lnTo>
                <a:lnTo>
                  <a:pt x="15575" y="8866"/>
                </a:lnTo>
                <a:close/>
              </a:path>
            </a:pathLst>
          </a:custGeom>
          <a:solidFill>
            <a:schemeClr val="accent1"/>
          </a:solidFill>
          <a:ln cap="flat" cmpd="sng" w="9525">
            <a:solidFill>
              <a:schemeClr val="accent4"/>
            </a:solidFill>
            <a:prstDash val="solid"/>
            <a:round/>
            <a:headEnd len="med" w="med" type="none"/>
            <a:tailEnd len="med" w="med" type="none"/>
          </a:ln>
        </p:spPr>
      </p:sp>
      <p:sp>
        <p:nvSpPr>
          <p:cNvPr id="2331" name="Google Shape;2331;p55"/>
          <p:cNvSpPr txBox="1"/>
          <p:nvPr>
            <p:ph idx="1" type="body"/>
          </p:nvPr>
        </p:nvSpPr>
        <p:spPr>
          <a:xfrm>
            <a:off x="7509125" y="-39600"/>
            <a:ext cx="1524900" cy="431100"/>
          </a:xfrm>
          <a:prstGeom prst="rect">
            <a:avLst/>
          </a:prstGeom>
        </p:spPr>
        <p:txBody>
          <a:bodyPr anchorCtr="0" anchor="t" bIns="91425" lIns="91425" spcFirstLastPara="1" rIns="91425" wrap="square" tIns="91425">
            <a:spAutoFit/>
          </a:bodyPr>
          <a:lstStyle/>
          <a:p>
            <a:pPr indent="0" lvl="0" marL="0" rtl="0" algn="r">
              <a:spcBef>
                <a:spcPts val="0"/>
              </a:spcBef>
              <a:spcAft>
                <a:spcPts val="0"/>
              </a:spcAft>
              <a:buClr>
                <a:schemeClr val="dk1"/>
              </a:buClr>
              <a:buSzPts val="1100"/>
              <a:buNone/>
            </a:pPr>
            <a:r>
              <a:rPr lang="en"/>
              <a:t>DATE</a:t>
            </a:r>
            <a:endParaRPr/>
          </a:p>
          <a:p>
            <a:pPr indent="0" lvl="0" marL="0" rtl="0" algn="r">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5" name="Shape 2335"/>
        <p:cNvGrpSpPr/>
        <p:nvPr/>
      </p:nvGrpSpPr>
      <p:grpSpPr>
        <a:xfrm>
          <a:off x="0" y="0"/>
          <a:ext cx="0" cy="0"/>
          <a:chOff x="0" y="0"/>
          <a:chExt cx="0" cy="0"/>
        </a:xfrm>
      </p:grpSpPr>
      <p:sp>
        <p:nvSpPr>
          <p:cNvPr id="2336" name="Google Shape;2336;p56"/>
          <p:cNvSpPr/>
          <p:nvPr/>
        </p:nvSpPr>
        <p:spPr>
          <a:xfrm>
            <a:off x="247218" y="1368048"/>
            <a:ext cx="2550600" cy="980700"/>
          </a:xfrm>
          <a:prstGeom prst="roundRect">
            <a:avLst>
              <a:gd fmla="val 4934" name="adj"/>
            </a:avLst>
          </a:prstGeom>
          <a:solidFill>
            <a:schemeClr val="lt2"/>
          </a:solidFill>
          <a:ln>
            <a:noFill/>
          </a:ln>
          <a:effectLst>
            <a:outerShdw blurRad="57150" rotWithShape="0" algn="bl" dist="19050">
              <a:srgbClr val="000000">
                <a:alpha val="12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a:t>  </a:t>
            </a:r>
            <a:endParaRPr/>
          </a:p>
        </p:txBody>
      </p:sp>
      <p:sp>
        <p:nvSpPr>
          <p:cNvPr id="2337" name="Google Shape;2337;p56"/>
          <p:cNvSpPr txBox="1"/>
          <p:nvPr>
            <p:ph type="title"/>
          </p:nvPr>
        </p:nvSpPr>
        <p:spPr>
          <a:xfrm>
            <a:off x="209775" y="468575"/>
            <a:ext cx="5016000" cy="849600"/>
          </a:xfrm>
          <a:prstGeom prst="rect">
            <a:avLst/>
          </a:prstGeom>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a:t>FAQs</a:t>
            </a:r>
            <a:endParaRPr/>
          </a:p>
        </p:txBody>
      </p:sp>
      <p:sp>
        <p:nvSpPr>
          <p:cNvPr id="2338" name="Google Shape;2338;p56"/>
          <p:cNvSpPr txBox="1"/>
          <p:nvPr>
            <p:ph idx="2" type="body"/>
          </p:nvPr>
        </p:nvSpPr>
        <p:spPr>
          <a:xfrm>
            <a:off x="167325" y="-39600"/>
            <a:ext cx="1169700" cy="431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b="1" lang="en"/>
              <a:t>Name</a:t>
            </a:r>
            <a:endParaRPr b="1"/>
          </a:p>
          <a:p>
            <a:pPr indent="0" lvl="0" marL="0" rtl="0" algn="l">
              <a:spcBef>
                <a:spcPts val="0"/>
              </a:spcBef>
              <a:spcAft>
                <a:spcPts val="0"/>
              </a:spcAft>
              <a:buNone/>
            </a:pPr>
            <a:r>
              <a:t/>
            </a:r>
            <a:endParaRPr/>
          </a:p>
        </p:txBody>
      </p:sp>
      <p:sp>
        <p:nvSpPr>
          <p:cNvPr id="2339" name="Google Shape;2339;p56"/>
          <p:cNvSpPr txBox="1"/>
          <p:nvPr>
            <p:ph idx="3" type="body"/>
          </p:nvPr>
        </p:nvSpPr>
        <p:spPr>
          <a:xfrm>
            <a:off x="940775" y="-39600"/>
            <a:ext cx="3810300" cy="431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a:t>Department    Course Number    Section    Time    Location</a:t>
            </a:r>
            <a:endParaRPr/>
          </a:p>
          <a:p>
            <a:pPr indent="0" lvl="0" marL="0" rtl="0" algn="l">
              <a:spcBef>
                <a:spcPts val="0"/>
              </a:spcBef>
              <a:spcAft>
                <a:spcPts val="0"/>
              </a:spcAft>
              <a:buNone/>
            </a:pPr>
            <a:r>
              <a:t/>
            </a:r>
            <a:endParaRPr/>
          </a:p>
        </p:txBody>
      </p:sp>
      <p:sp>
        <p:nvSpPr>
          <p:cNvPr id="2340" name="Google Shape;2340;p56"/>
          <p:cNvSpPr/>
          <p:nvPr/>
        </p:nvSpPr>
        <p:spPr>
          <a:xfrm>
            <a:off x="254093" y="1730375"/>
            <a:ext cx="2550600" cy="618300"/>
          </a:xfrm>
          <a:prstGeom prst="roundRect">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Lexend Light"/>
                <a:ea typeface="Lexend Light"/>
                <a:cs typeface="Lexend Light"/>
                <a:sym typeface="Lexend Light"/>
              </a:rPr>
              <a:t>I treated the recommender as a decision system and the LLM as a communication system. [</a:t>
            </a:r>
            <a:r>
              <a:rPr b="1" lang="en" sz="1000">
                <a:solidFill>
                  <a:schemeClr val="dk1"/>
                </a:solidFill>
                <a:latin typeface="Lexend"/>
                <a:ea typeface="Lexend"/>
                <a:cs typeface="Lexend"/>
                <a:sym typeface="Lexend"/>
              </a:rPr>
              <a:t>Trust</a:t>
            </a:r>
            <a:r>
              <a:rPr lang="en" sz="1000">
                <a:solidFill>
                  <a:schemeClr val="dk1"/>
                </a:solidFill>
                <a:latin typeface="Lexend Light"/>
                <a:ea typeface="Lexend Light"/>
                <a:cs typeface="Lexend Light"/>
                <a:sym typeface="Lexend Light"/>
              </a:rPr>
              <a:t>]</a:t>
            </a:r>
            <a:endParaRPr sz="1000">
              <a:solidFill>
                <a:schemeClr val="dk1"/>
              </a:solidFill>
              <a:latin typeface="Lexend Light"/>
              <a:ea typeface="Lexend Light"/>
              <a:cs typeface="Lexend Light"/>
              <a:sym typeface="Lexend Light"/>
            </a:endParaRPr>
          </a:p>
        </p:txBody>
      </p:sp>
      <p:sp>
        <p:nvSpPr>
          <p:cNvPr id="2341" name="Google Shape;2341;p56"/>
          <p:cNvSpPr txBox="1"/>
          <p:nvPr/>
        </p:nvSpPr>
        <p:spPr>
          <a:xfrm>
            <a:off x="254093" y="1318175"/>
            <a:ext cx="25506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latin typeface="Lexend"/>
                <a:ea typeface="Lexend"/>
                <a:cs typeface="Lexend"/>
                <a:sym typeface="Lexend"/>
              </a:rPr>
              <a:t>Why didn’t you just use an LLM for recommendations?</a:t>
            </a:r>
            <a:endParaRPr b="1" sz="1000">
              <a:solidFill>
                <a:schemeClr val="dk1"/>
              </a:solidFill>
              <a:latin typeface="Lexend"/>
              <a:ea typeface="Lexend"/>
              <a:cs typeface="Lexend"/>
              <a:sym typeface="Lexend"/>
            </a:endParaRPr>
          </a:p>
        </p:txBody>
      </p:sp>
      <p:sp>
        <p:nvSpPr>
          <p:cNvPr id="2342" name="Google Shape;2342;p56"/>
          <p:cNvSpPr txBox="1"/>
          <p:nvPr>
            <p:ph idx="1" type="body"/>
          </p:nvPr>
        </p:nvSpPr>
        <p:spPr>
          <a:xfrm>
            <a:off x="7509125" y="-39600"/>
            <a:ext cx="1524900" cy="431100"/>
          </a:xfrm>
          <a:prstGeom prst="rect">
            <a:avLst/>
          </a:prstGeom>
        </p:spPr>
        <p:txBody>
          <a:bodyPr anchorCtr="0" anchor="t" bIns="91425" lIns="91425" spcFirstLastPara="1" rIns="91425" wrap="square" tIns="91425">
            <a:spAutoFit/>
          </a:bodyPr>
          <a:lstStyle/>
          <a:p>
            <a:pPr indent="0" lvl="0" marL="0" rtl="0" algn="r">
              <a:spcBef>
                <a:spcPts val="0"/>
              </a:spcBef>
              <a:spcAft>
                <a:spcPts val="0"/>
              </a:spcAft>
              <a:buClr>
                <a:schemeClr val="dk1"/>
              </a:buClr>
              <a:buSzPts val="1100"/>
              <a:buNone/>
            </a:pPr>
            <a:r>
              <a:rPr lang="en"/>
              <a:t>DATE</a:t>
            </a:r>
            <a:endParaRPr/>
          </a:p>
          <a:p>
            <a:pPr indent="0" lvl="0" marL="0" rtl="0" algn="r">
              <a:spcBef>
                <a:spcPts val="0"/>
              </a:spcBef>
              <a:spcAft>
                <a:spcPts val="0"/>
              </a:spcAft>
              <a:buNone/>
            </a:pPr>
            <a:r>
              <a:t/>
            </a:r>
            <a:endParaRPr/>
          </a:p>
        </p:txBody>
      </p:sp>
      <p:sp>
        <p:nvSpPr>
          <p:cNvPr id="2343" name="Google Shape;2343;p56"/>
          <p:cNvSpPr/>
          <p:nvPr/>
        </p:nvSpPr>
        <p:spPr>
          <a:xfrm>
            <a:off x="250656" y="2621623"/>
            <a:ext cx="2550600" cy="980700"/>
          </a:xfrm>
          <a:prstGeom prst="roundRect">
            <a:avLst>
              <a:gd fmla="val 4934" name="adj"/>
            </a:avLst>
          </a:prstGeom>
          <a:solidFill>
            <a:schemeClr val="lt2"/>
          </a:solidFill>
          <a:ln>
            <a:noFill/>
          </a:ln>
          <a:effectLst>
            <a:outerShdw blurRad="57150" rotWithShape="0" algn="bl" dist="19050">
              <a:srgbClr val="000000">
                <a:alpha val="12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a:t>  </a:t>
            </a:r>
            <a:endParaRPr/>
          </a:p>
        </p:txBody>
      </p:sp>
      <p:sp>
        <p:nvSpPr>
          <p:cNvPr id="2344" name="Google Shape;2344;p56"/>
          <p:cNvSpPr/>
          <p:nvPr/>
        </p:nvSpPr>
        <p:spPr>
          <a:xfrm>
            <a:off x="257531" y="2983950"/>
            <a:ext cx="2550600" cy="6183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Lexend Light"/>
                <a:ea typeface="Lexend Light"/>
                <a:cs typeface="Lexend Light"/>
                <a:sym typeface="Lexend Light"/>
              </a:rPr>
              <a:t>Keep the architecture, not the implementation. Use IAM roles and </a:t>
            </a:r>
            <a:r>
              <a:rPr lang="en" sz="1000">
                <a:solidFill>
                  <a:schemeClr val="dk1"/>
                </a:solidFill>
                <a:latin typeface="Lexend Light"/>
                <a:ea typeface="Lexend Light"/>
                <a:cs typeface="Lexend Light"/>
                <a:sym typeface="Lexend Light"/>
              </a:rPr>
              <a:t>vector</a:t>
            </a:r>
            <a:r>
              <a:rPr lang="en" sz="1000">
                <a:solidFill>
                  <a:schemeClr val="dk1"/>
                </a:solidFill>
                <a:latin typeface="Lexend Light"/>
                <a:ea typeface="Lexend Light"/>
                <a:cs typeface="Lexend Light"/>
                <a:sym typeface="Lexend Light"/>
              </a:rPr>
              <a:t> DB for a hybrid approach.</a:t>
            </a:r>
            <a:endParaRPr sz="1000">
              <a:solidFill>
                <a:schemeClr val="dk1"/>
              </a:solidFill>
              <a:latin typeface="Lexend Light"/>
              <a:ea typeface="Lexend Light"/>
              <a:cs typeface="Lexend Light"/>
              <a:sym typeface="Lexend Light"/>
            </a:endParaRPr>
          </a:p>
        </p:txBody>
      </p:sp>
      <p:sp>
        <p:nvSpPr>
          <p:cNvPr id="2345" name="Google Shape;2345;p56"/>
          <p:cNvSpPr txBox="1"/>
          <p:nvPr/>
        </p:nvSpPr>
        <p:spPr>
          <a:xfrm>
            <a:off x="257531" y="2571750"/>
            <a:ext cx="25506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latin typeface="Lexend"/>
                <a:ea typeface="Lexend"/>
                <a:cs typeface="Lexend"/>
                <a:sym typeface="Lexend"/>
              </a:rPr>
              <a:t>What would you change if this were production?</a:t>
            </a:r>
            <a:endParaRPr b="1" sz="1000">
              <a:solidFill>
                <a:schemeClr val="dk1"/>
              </a:solidFill>
              <a:latin typeface="Lexend"/>
              <a:ea typeface="Lexend"/>
              <a:cs typeface="Lexend"/>
              <a:sym typeface="Lexend"/>
            </a:endParaRPr>
          </a:p>
        </p:txBody>
      </p:sp>
      <p:sp>
        <p:nvSpPr>
          <p:cNvPr id="2346" name="Google Shape;2346;p56"/>
          <p:cNvSpPr/>
          <p:nvPr/>
        </p:nvSpPr>
        <p:spPr>
          <a:xfrm>
            <a:off x="243768" y="3925073"/>
            <a:ext cx="2550600" cy="980700"/>
          </a:xfrm>
          <a:prstGeom prst="roundRect">
            <a:avLst>
              <a:gd fmla="val 4934" name="adj"/>
            </a:avLst>
          </a:prstGeom>
          <a:solidFill>
            <a:schemeClr val="lt2"/>
          </a:solidFill>
          <a:ln>
            <a:noFill/>
          </a:ln>
          <a:effectLst>
            <a:outerShdw blurRad="57150" rotWithShape="0" algn="bl" dist="19050">
              <a:srgbClr val="000000">
                <a:alpha val="12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a:t>  </a:t>
            </a:r>
            <a:endParaRPr/>
          </a:p>
        </p:txBody>
      </p:sp>
      <p:sp>
        <p:nvSpPr>
          <p:cNvPr id="2347" name="Google Shape;2347;p56"/>
          <p:cNvSpPr/>
          <p:nvPr/>
        </p:nvSpPr>
        <p:spPr>
          <a:xfrm>
            <a:off x="250643" y="4287400"/>
            <a:ext cx="2550600" cy="6183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Lexend Light"/>
                <a:ea typeface="Lexend Light"/>
                <a:cs typeface="Lexend Light"/>
                <a:sym typeface="Lexend Light"/>
              </a:rPr>
              <a:t>Tool-first design avoids LLM calls and we can cache recommendations</a:t>
            </a:r>
            <a:endParaRPr sz="1000">
              <a:solidFill>
                <a:schemeClr val="dk1"/>
              </a:solidFill>
              <a:latin typeface="Lexend Light"/>
              <a:ea typeface="Lexend Light"/>
              <a:cs typeface="Lexend Light"/>
              <a:sym typeface="Lexend Light"/>
            </a:endParaRPr>
          </a:p>
        </p:txBody>
      </p:sp>
      <p:sp>
        <p:nvSpPr>
          <p:cNvPr id="2348" name="Google Shape;2348;p56"/>
          <p:cNvSpPr txBox="1"/>
          <p:nvPr/>
        </p:nvSpPr>
        <p:spPr>
          <a:xfrm>
            <a:off x="250643" y="3875200"/>
            <a:ext cx="25506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latin typeface="Lexend"/>
                <a:ea typeface="Lexend"/>
                <a:cs typeface="Lexend"/>
                <a:sym typeface="Lexend"/>
              </a:rPr>
              <a:t>What keeps this from becoming expensive?</a:t>
            </a:r>
            <a:endParaRPr b="1" sz="1000">
              <a:solidFill>
                <a:schemeClr val="dk1"/>
              </a:solidFill>
              <a:latin typeface="Lexend"/>
              <a:ea typeface="Lexend"/>
              <a:cs typeface="Lexend"/>
              <a:sym typeface="Lexend"/>
            </a:endParaRPr>
          </a:p>
        </p:txBody>
      </p:sp>
      <p:sp>
        <p:nvSpPr>
          <p:cNvPr id="2349" name="Google Shape;2349;p56"/>
          <p:cNvSpPr/>
          <p:nvPr/>
        </p:nvSpPr>
        <p:spPr>
          <a:xfrm>
            <a:off x="6352726" y="1352980"/>
            <a:ext cx="2550600" cy="980700"/>
          </a:xfrm>
          <a:prstGeom prst="roundRect">
            <a:avLst>
              <a:gd fmla="val 4934" name="adj"/>
            </a:avLst>
          </a:prstGeom>
          <a:solidFill>
            <a:schemeClr val="lt2"/>
          </a:solidFill>
          <a:ln>
            <a:noFill/>
          </a:ln>
          <a:effectLst>
            <a:outerShdw blurRad="57150" rotWithShape="0" algn="bl" dist="19050">
              <a:srgbClr val="000000">
                <a:alpha val="12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a:t>  </a:t>
            </a:r>
            <a:endParaRPr/>
          </a:p>
        </p:txBody>
      </p:sp>
      <p:sp>
        <p:nvSpPr>
          <p:cNvPr id="2350" name="Google Shape;2350;p56"/>
          <p:cNvSpPr/>
          <p:nvPr/>
        </p:nvSpPr>
        <p:spPr>
          <a:xfrm>
            <a:off x="6359601" y="1715307"/>
            <a:ext cx="2550600" cy="618300"/>
          </a:xfrm>
          <a:prstGeom prst="roundRect">
            <a:avLst>
              <a:gd fmla="val 50000"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Lexend Light"/>
                <a:ea typeface="Lexend Light"/>
                <a:cs typeface="Lexend Light"/>
                <a:sym typeface="Lexend Light"/>
              </a:rPr>
              <a:t>Data drift, trust erosion and over automation.</a:t>
            </a:r>
            <a:endParaRPr sz="1000">
              <a:solidFill>
                <a:schemeClr val="dk1"/>
              </a:solidFill>
              <a:latin typeface="Lexend Light"/>
              <a:ea typeface="Lexend Light"/>
              <a:cs typeface="Lexend Light"/>
              <a:sym typeface="Lexend Light"/>
            </a:endParaRPr>
          </a:p>
        </p:txBody>
      </p:sp>
      <p:sp>
        <p:nvSpPr>
          <p:cNvPr id="2351" name="Google Shape;2351;p56"/>
          <p:cNvSpPr txBox="1"/>
          <p:nvPr/>
        </p:nvSpPr>
        <p:spPr>
          <a:xfrm>
            <a:off x="6359601" y="1303107"/>
            <a:ext cx="25506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latin typeface="Lexend"/>
                <a:ea typeface="Lexend"/>
                <a:cs typeface="Lexend"/>
                <a:sym typeface="Lexend"/>
              </a:rPr>
              <a:t>What are the biggest operational risks?</a:t>
            </a:r>
            <a:endParaRPr b="1" sz="1000">
              <a:solidFill>
                <a:schemeClr val="dk1"/>
              </a:solidFill>
              <a:latin typeface="Lexend"/>
              <a:ea typeface="Lexend"/>
              <a:cs typeface="Lexend"/>
              <a:sym typeface="Lexend"/>
            </a:endParaRPr>
          </a:p>
        </p:txBody>
      </p:sp>
      <p:sp>
        <p:nvSpPr>
          <p:cNvPr id="2352" name="Google Shape;2352;p56"/>
          <p:cNvSpPr/>
          <p:nvPr/>
        </p:nvSpPr>
        <p:spPr>
          <a:xfrm>
            <a:off x="6356164" y="2606555"/>
            <a:ext cx="2550600" cy="980700"/>
          </a:xfrm>
          <a:prstGeom prst="roundRect">
            <a:avLst>
              <a:gd fmla="val 4934" name="adj"/>
            </a:avLst>
          </a:prstGeom>
          <a:solidFill>
            <a:schemeClr val="lt2"/>
          </a:solidFill>
          <a:ln>
            <a:noFill/>
          </a:ln>
          <a:effectLst>
            <a:outerShdw blurRad="57150" rotWithShape="0" algn="bl" dist="19050">
              <a:srgbClr val="000000">
                <a:alpha val="12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a:t>  </a:t>
            </a:r>
            <a:endParaRPr/>
          </a:p>
        </p:txBody>
      </p:sp>
      <p:sp>
        <p:nvSpPr>
          <p:cNvPr id="2353" name="Google Shape;2353;p56"/>
          <p:cNvSpPr/>
          <p:nvPr/>
        </p:nvSpPr>
        <p:spPr>
          <a:xfrm>
            <a:off x="6363039" y="2968882"/>
            <a:ext cx="2550600" cy="618300"/>
          </a:xfrm>
          <a:prstGeom prst="roundRect">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Lexend Light"/>
                <a:ea typeface="Lexend Light"/>
                <a:cs typeface="Lexend Light"/>
                <a:sym typeface="Lexend Light"/>
              </a:rPr>
              <a:t>We assume data will be incomplete or wrong. The system is designed to fail safely, visibly, and reversibly.</a:t>
            </a:r>
            <a:endParaRPr sz="1000">
              <a:solidFill>
                <a:schemeClr val="dk1"/>
              </a:solidFill>
              <a:latin typeface="Lexend Light"/>
              <a:ea typeface="Lexend Light"/>
              <a:cs typeface="Lexend Light"/>
              <a:sym typeface="Lexend Light"/>
            </a:endParaRPr>
          </a:p>
        </p:txBody>
      </p:sp>
      <p:sp>
        <p:nvSpPr>
          <p:cNvPr id="2354" name="Google Shape;2354;p56"/>
          <p:cNvSpPr txBox="1"/>
          <p:nvPr/>
        </p:nvSpPr>
        <p:spPr>
          <a:xfrm>
            <a:off x="6363039" y="2556682"/>
            <a:ext cx="25506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latin typeface="Lexend"/>
                <a:ea typeface="Lexend"/>
                <a:cs typeface="Lexend"/>
                <a:sym typeface="Lexend"/>
              </a:rPr>
              <a:t>What happens when data is missing or wrong?</a:t>
            </a:r>
            <a:endParaRPr b="1" sz="1000">
              <a:solidFill>
                <a:schemeClr val="dk1"/>
              </a:solidFill>
              <a:latin typeface="Lexend"/>
              <a:ea typeface="Lexend"/>
              <a:cs typeface="Lexend"/>
              <a:sym typeface="Lexend"/>
            </a:endParaRPr>
          </a:p>
        </p:txBody>
      </p:sp>
      <p:sp>
        <p:nvSpPr>
          <p:cNvPr id="2355" name="Google Shape;2355;p56"/>
          <p:cNvSpPr/>
          <p:nvPr/>
        </p:nvSpPr>
        <p:spPr>
          <a:xfrm>
            <a:off x="6349276" y="3910005"/>
            <a:ext cx="2550600" cy="980700"/>
          </a:xfrm>
          <a:prstGeom prst="roundRect">
            <a:avLst>
              <a:gd fmla="val 4934" name="adj"/>
            </a:avLst>
          </a:prstGeom>
          <a:solidFill>
            <a:schemeClr val="lt2"/>
          </a:solidFill>
          <a:ln>
            <a:noFill/>
          </a:ln>
          <a:effectLst>
            <a:outerShdw blurRad="57150" rotWithShape="0" algn="bl" dist="19050">
              <a:srgbClr val="000000">
                <a:alpha val="12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a:t>  </a:t>
            </a:r>
            <a:endParaRPr/>
          </a:p>
        </p:txBody>
      </p:sp>
      <p:sp>
        <p:nvSpPr>
          <p:cNvPr id="2356" name="Google Shape;2356;p56"/>
          <p:cNvSpPr/>
          <p:nvPr/>
        </p:nvSpPr>
        <p:spPr>
          <a:xfrm>
            <a:off x="6356151" y="4272332"/>
            <a:ext cx="2550600" cy="618300"/>
          </a:xfrm>
          <a:prstGeom prst="roundRect">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Lexend Light"/>
                <a:ea typeface="Lexend Light"/>
                <a:cs typeface="Lexend Light"/>
                <a:sym typeface="Lexend Light"/>
              </a:rPr>
              <a:t>The core idea is that AI earns trust by being explainable, bounded, and observable. </a:t>
            </a:r>
            <a:endParaRPr sz="1000">
              <a:solidFill>
                <a:schemeClr val="dk1"/>
              </a:solidFill>
              <a:latin typeface="Lexend Light"/>
              <a:ea typeface="Lexend Light"/>
              <a:cs typeface="Lexend Light"/>
              <a:sym typeface="Lexend Light"/>
            </a:endParaRPr>
          </a:p>
        </p:txBody>
      </p:sp>
      <p:sp>
        <p:nvSpPr>
          <p:cNvPr id="2357" name="Google Shape;2357;p56"/>
          <p:cNvSpPr txBox="1"/>
          <p:nvPr/>
        </p:nvSpPr>
        <p:spPr>
          <a:xfrm>
            <a:off x="6356151" y="3860132"/>
            <a:ext cx="25506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latin typeface="Lexend"/>
                <a:ea typeface="Lexend"/>
                <a:cs typeface="Lexend"/>
                <a:sym typeface="Lexend"/>
              </a:rPr>
              <a:t>What’s the core idea here?</a:t>
            </a:r>
            <a:endParaRPr b="1" sz="1000">
              <a:solidFill>
                <a:schemeClr val="dk1"/>
              </a:solidFill>
              <a:latin typeface="Lexend"/>
              <a:ea typeface="Lexend"/>
              <a:cs typeface="Lexend"/>
              <a:sym typeface="Lexend"/>
            </a:endParaRPr>
          </a:p>
        </p:txBody>
      </p:sp>
      <p:pic>
        <p:nvPicPr>
          <p:cNvPr id="2358" name="Google Shape;2358;p56"/>
          <p:cNvPicPr preferRelativeResize="0"/>
          <p:nvPr/>
        </p:nvPicPr>
        <p:blipFill>
          <a:blip r:embed="rId3">
            <a:alphaModFix/>
          </a:blip>
          <a:stretch>
            <a:fillRect/>
          </a:stretch>
        </p:blipFill>
        <p:spPr>
          <a:xfrm>
            <a:off x="2900212" y="1728366"/>
            <a:ext cx="3370752" cy="2737057"/>
          </a:xfrm>
          <a:prstGeom prst="rect">
            <a:avLst/>
          </a:prstGeom>
          <a:solidFill>
            <a:schemeClr val="accent4"/>
          </a:solid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2" name="Shape 2362"/>
        <p:cNvGrpSpPr/>
        <p:nvPr/>
      </p:nvGrpSpPr>
      <p:grpSpPr>
        <a:xfrm>
          <a:off x="0" y="0"/>
          <a:ext cx="0" cy="0"/>
          <a:chOff x="0" y="0"/>
          <a:chExt cx="0" cy="0"/>
        </a:xfrm>
      </p:grpSpPr>
      <p:sp>
        <p:nvSpPr>
          <p:cNvPr id="2363" name="Google Shape;2363;p57"/>
          <p:cNvSpPr/>
          <p:nvPr/>
        </p:nvSpPr>
        <p:spPr>
          <a:xfrm>
            <a:off x="4845925" y="520475"/>
            <a:ext cx="3859500" cy="4438800"/>
          </a:xfrm>
          <a:prstGeom prst="roundRect">
            <a:avLst>
              <a:gd fmla="val 4803" name="adj"/>
            </a:avLst>
          </a:prstGeom>
          <a:solidFill>
            <a:schemeClr val="lt2"/>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364" name="Google Shape;2364;p57"/>
          <p:cNvGrpSpPr/>
          <p:nvPr/>
        </p:nvGrpSpPr>
        <p:grpSpPr>
          <a:xfrm>
            <a:off x="4904050" y="621790"/>
            <a:ext cx="277873" cy="68400"/>
            <a:chOff x="411700" y="2416840"/>
            <a:chExt cx="277873" cy="68400"/>
          </a:xfrm>
        </p:grpSpPr>
        <p:sp>
          <p:nvSpPr>
            <p:cNvPr id="2365" name="Google Shape;2365;p57"/>
            <p:cNvSpPr/>
            <p:nvPr/>
          </p:nvSpPr>
          <p:spPr>
            <a:xfrm>
              <a:off x="411700" y="2416840"/>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66" name="Google Shape;2366;p57"/>
            <p:cNvSpPr/>
            <p:nvPr/>
          </p:nvSpPr>
          <p:spPr>
            <a:xfrm>
              <a:off x="516436" y="2416840"/>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67" name="Google Shape;2367;p57"/>
            <p:cNvSpPr/>
            <p:nvPr/>
          </p:nvSpPr>
          <p:spPr>
            <a:xfrm>
              <a:off x="621173" y="2416840"/>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368" name="Google Shape;2368;p57"/>
          <p:cNvSpPr txBox="1"/>
          <p:nvPr>
            <p:ph type="title"/>
          </p:nvPr>
        </p:nvSpPr>
        <p:spPr>
          <a:xfrm>
            <a:off x="440600" y="2146950"/>
            <a:ext cx="3718800" cy="849600"/>
          </a:xfrm>
          <a:prstGeom prst="rect">
            <a:avLst/>
          </a:prstGeom>
        </p:spPr>
        <p:txBody>
          <a:bodyPr anchorCtr="0" anchor="t" bIns="91425" lIns="91425" spcFirstLastPara="1" rIns="91425" wrap="square" tIns="91425">
            <a:spAutoFit/>
          </a:bodyPr>
          <a:lstStyle/>
          <a:p>
            <a:pPr indent="0" lvl="0" marL="0" rtl="0" algn="l">
              <a:lnSpc>
                <a:spcPct val="90000"/>
              </a:lnSpc>
              <a:spcBef>
                <a:spcPts val="0"/>
              </a:spcBef>
              <a:spcAft>
                <a:spcPts val="0"/>
              </a:spcAft>
              <a:buClr>
                <a:schemeClr val="dk1"/>
              </a:buClr>
              <a:buSzPts val="1100"/>
              <a:buFont typeface="Arial"/>
              <a:buNone/>
            </a:pPr>
            <a:r>
              <a:rPr lang="en"/>
              <a:t>Questions</a:t>
            </a:r>
            <a:endParaRPr/>
          </a:p>
        </p:txBody>
      </p:sp>
      <p:sp>
        <p:nvSpPr>
          <p:cNvPr id="2369" name="Google Shape;2369;p57"/>
          <p:cNvSpPr txBox="1"/>
          <p:nvPr>
            <p:ph idx="2" type="body"/>
          </p:nvPr>
        </p:nvSpPr>
        <p:spPr>
          <a:xfrm>
            <a:off x="167325" y="-39600"/>
            <a:ext cx="1169700" cy="431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None/>
            </a:pPr>
            <a:r>
              <a:rPr b="1" lang="en"/>
              <a:t>Name </a:t>
            </a:r>
            <a:endParaRPr/>
          </a:p>
          <a:p>
            <a:pPr indent="0" lvl="0" marL="0" rtl="0" algn="l">
              <a:spcBef>
                <a:spcPts val="0"/>
              </a:spcBef>
              <a:spcAft>
                <a:spcPts val="0"/>
              </a:spcAft>
              <a:buNone/>
            </a:pPr>
            <a:r>
              <a:t/>
            </a:r>
            <a:endParaRPr/>
          </a:p>
        </p:txBody>
      </p:sp>
      <p:sp>
        <p:nvSpPr>
          <p:cNvPr id="2370" name="Google Shape;2370;p57"/>
          <p:cNvSpPr txBox="1"/>
          <p:nvPr>
            <p:ph idx="3" type="body"/>
          </p:nvPr>
        </p:nvSpPr>
        <p:spPr>
          <a:xfrm>
            <a:off x="940775" y="-39600"/>
            <a:ext cx="3810300" cy="431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a:t>Department    Course Number    Section    Time    Location</a:t>
            </a:r>
            <a:endParaRPr/>
          </a:p>
          <a:p>
            <a:pPr indent="0" lvl="0" marL="0" rtl="0" algn="l">
              <a:spcBef>
                <a:spcPts val="0"/>
              </a:spcBef>
              <a:spcAft>
                <a:spcPts val="0"/>
              </a:spcAft>
              <a:buNone/>
            </a:pPr>
            <a:r>
              <a:t/>
            </a:r>
            <a:endParaRPr/>
          </a:p>
        </p:txBody>
      </p:sp>
      <p:sp>
        <p:nvSpPr>
          <p:cNvPr id="2371" name="Google Shape;2371;p57"/>
          <p:cNvSpPr txBox="1"/>
          <p:nvPr>
            <p:ph idx="1" type="body"/>
          </p:nvPr>
        </p:nvSpPr>
        <p:spPr>
          <a:xfrm>
            <a:off x="7509125" y="-39600"/>
            <a:ext cx="1524900" cy="431100"/>
          </a:xfrm>
          <a:prstGeom prst="rect">
            <a:avLst/>
          </a:prstGeom>
        </p:spPr>
        <p:txBody>
          <a:bodyPr anchorCtr="0" anchor="t" bIns="91425" lIns="91425" spcFirstLastPara="1" rIns="91425" wrap="square" tIns="91425">
            <a:spAutoFit/>
          </a:bodyPr>
          <a:lstStyle/>
          <a:p>
            <a:pPr indent="0" lvl="0" marL="0" rtl="0" algn="r">
              <a:spcBef>
                <a:spcPts val="0"/>
              </a:spcBef>
              <a:spcAft>
                <a:spcPts val="0"/>
              </a:spcAft>
              <a:buClr>
                <a:schemeClr val="dk1"/>
              </a:buClr>
              <a:buSzPts val="1100"/>
              <a:buNone/>
            </a:pPr>
            <a:r>
              <a:rPr lang="en"/>
              <a:t>DATE</a:t>
            </a:r>
            <a:endParaRPr/>
          </a:p>
          <a:p>
            <a:pPr indent="0" lvl="0" marL="0" rtl="0" algn="r">
              <a:spcBef>
                <a:spcPts val="0"/>
              </a:spcBef>
              <a:spcAft>
                <a:spcPts val="0"/>
              </a:spcAft>
              <a:buNone/>
            </a:pPr>
            <a:r>
              <a:t/>
            </a:r>
            <a:endParaRPr/>
          </a:p>
        </p:txBody>
      </p:sp>
      <p:pic>
        <p:nvPicPr>
          <p:cNvPr descr="books on shelves above an aquarium (Provided by Getty Images)" id="2372" name="Google Shape;2372;p57"/>
          <p:cNvPicPr preferRelativeResize="0"/>
          <p:nvPr/>
        </p:nvPicPr>
        <p:blipFill>
          <a:blip r:embed="rId3">
            <a:alphaModFix/>
          </a:blip>
          <a:stretch>
            <a:fillRect/>
          </a:stretch>
        </p:blipFill>
        <p:spPr>
          <a:xfrm>
            <a:off x="5283300" y="785605"/>
            <a:ext cx="2984761" cy="400050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Get To Know Me">
  <a:themeElements>
    <a:clrScheme name="Simple Light">
      <a:dk1>
        <a:srgbClr val="000000"/>
      </a:dk1>
      <a:lt1>
        <a:srgbClr val="4F4F4F"/>
      </a:lt1>
      <a:dk2>
        <a:srgbClr val="E7E7E7"/>
      </a:dk2>
      <a:lt2>
        <a:srgbClr val="FFFFFF"/>
      </a:lt2>
      <a:accent1>
        <a:srgbClr val="F4F2F2"/>
      </a:accent1>
      <a:accent2>
        <a:srgbClr val="119BFE"/>
      </a:accent2>
      <a:accent3>
        <a:srgbClr val="FF6B4D"/>
      </a:accent3>
      <a:accent4>
        <a:srgbClr val="28C840"/>
      </a:accent4>
      <a:accent5>
        <a:srgbClr val="FFC600"/>
      </a:accent5>
      <a:accent6>
        <a:srgbClr val="CCCCCC"/>
      </a:accent6>
      <a:hlink>
        <a:srgbClr val="E2AFD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